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5.png"/><Relationship Id="rId17" Type="http://schemas.openxmlformats.org/officeDocument/2006/relationships/image" Target="../media/image16.png"/><Relationship Id="rId18" Type="http://schemas.openxmlformats.org/officeDocument/2006/relationships/image" Target="../media/image17.png"/><Relationship Id="rId19" Type="http://schemas.openxmlformats.org/officeDocument/2006/relationships/image" Target="../media/image18.png"/><Relationship Id="rId20" Type="http://schemas.openxmlformats.org/officeDocument/2006/relationships/image" Target="../media/image19.png"/><Relationship Id="rId21" Type="http://schemas.openxmlformats.org/officeDocument/2006/relationships/image" Target="../media/image20.png"/><Relationship Id="rId22" Type="http://schemas.openxmlformats.org/officeDocument/2006/relationships/image" Target="../media/image21.png"/><Relationship Id="rId23" Type="http://schemas.openxmlformats.org/officeDocument/2006/relationships/image" Target="../media/image22.png"/><Relationship Id="rId24" Type="http://schemas.openxmlformats.org/officeDocument/2006/relationships/image" Target="../media/image23.png"/><Relationship Id="rId25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KDD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718" y="457200"/>
            <a:ext cx="1567542" cy="7315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57200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KDDI</a:t>
            </a:r>
          </a:p>
        </p:txBody>
      </p:sp>
      <p:pic>
        <p:nvPicPr>
          <p:cNvPr id="4" name="Picture 3" descr="N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8379" y="517336"/>
            <a:ext cx="2072579" cy="6112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58379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NEC</a:t>
            </a:r>
          </a:p>
        </p:txBody>
      </p:sp>
      <p:pic>
        <p:nvPicPr>
          <p:cNvPr id="6" name="Picture 5" descr="NTTデータ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9558" y="577092"/>
            <a:ext cx="2072579" cy="4917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59558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NTTデータ</a:t>
            </a:r>
          </a:p>
        </p:txBody>
      </p:sp>
      <p:pic>
        <p:nvPicPr>
          <p:cNvPr id="8" name="Picture 7" descr="オリンパス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60737" y="594418"/>
            <a:ext cx="2072579" cy="45708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360737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オリンパス</a:t>
            </a:r>
          </a:p>
        </p:txBody>
      </p:sp>
      <p:pic>
        <p:nvPicPr>
          <p:cNvPr id="10" name="Picture 9" descr="キーエンス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61916" y="600413"/>
            <a:ext cx="2072579" cy="44509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61916" y="118872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キーエンス</a:t>
            </a:r>
          </a:p>
        </p:txBody>
      </p:sp>
      <p:pic>
        <p:nvPicPr>
          <p:cNvPr id="12" name="Picture 11" descr="コマツ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" y="1830712"/>
            <a:ext cx="2072579" cy="453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コマツ</a:t>
            </a:r>
          </a:p>
        </p:txBody>
      </p:sp>
      <p:pic>
        <p:nvPicPr>
          <p:cNvPr id="14" name="Picture 13" descr="セブン&amp;アイ・ホールディングス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58379" y="1840998"/>
            <a:ext cx="2072579" cy="432803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758379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セブン&amp;アイ・ホールディングス</a:t>
            </a:r>
          </a:p>
        </p:txBody>
      </p:sp>
      <p:pic>
        <p:nvPicPr>
          <p:cNvPr id="16" name="Picture 15" descr="ソニーグループ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9558" y="1840595"/>
            <a:ext cx="2072579" cy="43361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59558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ソニーグループ</a:t>
            </a:r>
          </a:p>
        </p:txBody>
      </p:sp>
      <p:pic>
        <p:nvPicPr>
          <p:cNvPr id="18" name="Picture 17" descr="ダイキン工業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60737" y="1807806"/>
            <a:ext cx="2072578" cy="4991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360737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ダイキン工業</a:t>
            </a:r>
          </a:p>
        </p:txBody>
      </p:sp>
      <p:pic>
        <p:nvPicPr>
          <p:cNvPr id="20" name="Picture 19" descr="トヨタ自動車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171688" y="1691640"/>
            <a:ext cx="1053034" cy="7315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661916" y="242316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トヨタ自動車</a:t>
            </a:r>
          </a:p>
        </p:txBody>
      </p:sp>
      <p:pic>
        <p:nvPicPr>
          <p:cNvPr id="22" name="Picture 21" descr="パナソニック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7200" y="3103424"/>
            <a:ext cx="2072578" cy="37683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57200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パナソニック</a:t>
            </a:r>
          </a:p>
        </p:txBody>
      </p:sp>
      <p:pic>
        <p:nvPicPr>
          <p:cNvPr id="24" name="Picture 23" descr="ファーストリテイリング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068228" y="2926080"/>
            <a:ext cx="1452880" cy="73152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2758379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ファーストリテイリング</a:t>
            </a:r>
          </a:p>
        </p:txBody>
      </p:sp>
      <p:pic>
        <p:nvPicPr>
          <p:cNvPr id="26" name="Picture 25" descr="リクルートホールディングス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059558" y="2990399"/>
            <a:ext cx="2072579" cy="60288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059558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リクルートホールディングス</a:t>
            </a:r>
          </a:p>
        </p:txBody>
      </p:sp>
      <p:pic>
        <p:nvPicPr>
          <p:cNvPr id="28" name="Picture 27" descr="三井住友銀行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360737" y="2980144"/>
            <a:ext cx="2072579" cy="623392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360737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三井住友銀行</a:t>
            </a:r>
          </a:p>
        </p:txBody>
      </p:sp>
      <p:pic>
        <p:nvPicPr>
          <p:cNvPr id="30" name="Picture 29" descr="任天堂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661916" y="3006456"/>
            <a:ext cx="2072579" cy="57076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661916" y="365760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任天堂</a:t>
            </a:r>
          </a:p>
        </p:txBody>
      </p:sp>
      <p:pic>
        <p:nvPicPr>
          <p:cNvPr id="32" name="Picture 31" descr="伊藤忠商事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9629" y="4160520"/>
            <a:ext cx="1687721" cy="73152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7200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伊藤忠商事</a:t>
            </a:r>
          </a:p>
        </p:txBody>
      </p:sp>
      <p:pic>
        <p:nvPicPr>
          <p:cNvPr id="34" name="Picture 33" descr="信越化学工業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104311" y="4160520"/>
            <a:ext cx="1380714" cy="73152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2758379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信越化学工業</a:t>
            </a:r>
          </a:p>
        </p:txBody>
      </p:sp>
      <p:pic>
        <p:nvPicPr>
          <p:cNvPr id="36" name="Picture 35" descr="味の素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059558" y="4358233"/>
            <a:ext cx="2072579" cy="336093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5059558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味の素</a:t>
            </a:r>
          </a:p>
        </p:txBody>
      </p:sp>
      <p:pic>
        <p:nvPicPr>
          <p:cNvPr id="38" name="Picture 37" descr="富士通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75373" y="4160520"/>
            <a:ext cx="1443307" cy="73152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360737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富士通</a:t>
            </a:r>
          </a:p>
        </p:txBody>
      </p:sp>
      <p:pic>
        <p:nvPicPr>
          <p:cNvPr id="40" name="Picture 39" descr="日本郵政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0182816" y="4160520"/>
            <a:ext cx="1030778" cy="731520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9661916" y="489204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日本郵政</a:t>
            </a:r>
          </a:p>
        </p:txBody>
      </p:sp>
      <p:pic>
        <p:nvPicPr>
          <p:cNvPr id="42" name="Picture 41" descr="村田製作所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513889" y="5394960"/>
            <a:ext cx="1959201" cy="73152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457200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村田製作所</a:t>
            </a:r>
          </a:p>
        </p:txBody>
      </p:sp>
      <p:pic>
        <p:nvPicPr>
          <p:cNvPr id="44" name="Picture 43" descr="東京ガス.png"/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3240081" y="5394960"/>
            <a:ext cx="1109174" cy="73152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2758379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東京ガス</a:t>
            </a:r>
          </a:p>
        </p:txBody>
      </p:sp>
      <p:pic>
        <p:nvPicPr>
          <p:cNvPr id="46" name="Picture 45" descr="楽天グループ.png"/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059558" y="5420268"/>
            <a:ext cx="2072579" cy="68090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5059558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楽天グループ</a:t>
            </a:r>
          </a:p>
        </p:txBody>
      </p:sp>
      <p:pic>
        <p:nvPicPr>
          <p:cNvPr id="48" name="Picture 47" descr="資生堂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7360737" y="5553260"/>
            <a:ext cx="2072579" cy="41492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7360737" y="6126480"/>
            <a:ext cx="207257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>
                <a:solidFill>
                  <a:srgbClr val="404040"/>
                </a:solidFill>
              </a:rPr>
              <a:t>資生堂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