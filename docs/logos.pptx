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Relationship Id="rId26" Type="http://schemas.openxmlformats.org/officeDocument/2006/relationships/image" Target="../media/image25.png"/><Relationship Id="rId27" Type="http://schemas.openxmlformats.org/officeDocument/2006/relationships/image" Target="../media/image26.png"/><Relationship Id="rId28" Type="http://schemas.openxmlformats.org/officeDocument/2006/relationships/image" Target="../media/image27.png"/><Relationship Id="rId29" Type="http://schemas.openxmlformats.org/officeDocument/2006/relationships/image" Target="../media/image28.png"/><Relationship Id="rId30" Type="http://schemas.openxmlformats.org/officeDocument/2006/relationships/image" Target="../media/image29.png"/><Relationship Id="rId31" Type="http://schemas.openxmlformats.org/officeDocument/2006/relationships/image" Target="../media/image30.png"/><Relationship Id="rId32" Type="http://schemas.openxmlformats.org/officeDocument/2006/relationships/image" Target="../media/image31.png"/><Relationship Id="rId33" Type="http://schemas.openxmlformats.org/officeDocument/2006/relationships/image" Target="../media/image32.png"/><Relationship Id="rId34" Type="http://schemas.openxmlformats.org/officeDocument/2006/relationships/image" Target="../media/image33.png"/><Relationship Id="rId35" Type="http://schemas.openxmlformats.org/officeDocument/2006/relationships/image" Target="../media/image34.png"/><Relationship Id="rId36" Type="http://schemas.openxmlformats.org/officeDocument/2006/relationships/image" Target="../media/image35.png"/><Relationship Id="rId37" Type="http://schemas.openxmlformats.org/officeDocument/2006/relationships/image" Target="../media/image36.png"/><Relationship Id="rId38" Type="http://schemas.openxmlformats.org/officeDocument/2006/relationships/image" Target="../media/image37.png"/><Relationship Id="rId39" Type="http://schemas.openxmlformats.org/officeDocument/2006/relationships/image" Target="../media/image38.png"/><Relationship Id="rId40" Type="http://schemas.openxmlformats.org/officeDocument/2006/relationships/image" Target="../media/image39.png"/><Relationship Id="rId41" Type="http://schemas.openxmlformats.org/officeDocument/2006/relationships/image" Target="../media/image40.png"/><Relationship Id="rId42" Type="http://schemas.openxmlformats.org/officeDocument/2006/relationships/image" Target="../media/image41.png"/><Relationship Id="rId43" Type="http://schemas.openxmlformats.org/officeDocument/2006/relationships/image" Target="../media/image42.png"/><Relationship Id="rId44" Type="http://schemas.openxmlformats.org/officeDocument/2006/relationships/image" Target="../media/image43.png"/><Relationship Id="rId45" Type="http://schemas.openxmlformats.org/officeDocument/2006/relationships/image" Target="../media/image44.png"/><Relationship Id="rId46" Type="http://schemas.openxmlformats.org/officeDocument/2006/relationships/image" Target="../media/image45.png"/><Relationship Id="rId47" Type="http://schemas.openxmlformats.org/officeDocument/2006/relationships/image" Target="../media/image46.png"/><Relationship Id="rId48" Type="http://schemas.openxmlformats.org/officeDocument/2006/relationships/image" Target="../media/image47.png"/><Relationship Id="rId49" Type="http://schemas.openxmlformats.org/officeDocument/2006/relationships/image" Target="../media/image48.png"/><Relationship Id="rId50" Type="http://schemas.openxmlformats.org/officeDocument/2006/relationships/image" Target="../media/image49.png"/><Relationship Id="rId51" Type="http://schemas.openxmlformats.org/officeDocument/2006/relationships/image" Target="../media/image50.png"/><Relationship Id="rId52" Type="http://schemas.openxmlformats.org/officeDocument/2006/relationships/image" Target="../media/image51.png"/><Relationship Id="rId53" Type="http://schemas.openxmlformats.org/officeDocument/2006/relationships/image" Target="../media/image52.png"/><Relationship Id="rId54" Type="http://schemas.openxmlformats.org/officeDocument/2006/relationships/image" Target="../media/image53.png"/><Relationship Id="rId55" Type="http://schemas.openxmlformats.org/officeDocument/2006/relationships/image" Target="../media/image54.png"/><Relationship Id="rId56" Type="http://schemas.openxmlformats.org/officeDocument/2006/relationships/image" Target="../media/image55.png"/><Relationship Id="rId57" Type="http://schemas.openxmlformats.org/officeDocument/2006/relationships/image" Target="../media/image56.png"/><Relationship Id="rId58" Type="http://schemas.openxmlformats.org/officeDocument/2006/relationships/image" Target="../media/image57.png"/><Relationship Id="rId59" Type="http://schemas.openxmlformats.org/officeDocument/2006/relationships/image" Target="../media/image58.png"/><Relationship Id="rId60" Type="http://schemas.openxmlformats.org/officeDocument/2006/relationships/image" Target="../media/image59.png"/><Relationship Id="rId61" Type="http://schemas.openxmlformats.org/officeDocument/2006/relationships/image" Target="../media/image60.png"/><Relationship Id="rId62" Type="http://schemas.openxmlformats.org/officeDocument/2006/relationships/image" Target="../media/image61.png"/><Relationship Id="rId63" Type="http://schemas.openxmlformats.org/officeDocument/2006/relationships/image" Target="../media/image6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6391" y="457199"/>
            <a:ext cx="-45803" cy="-2813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29064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AWS</a:t>
            </a:r>
          </a:p>
        </p:txBody>
      </p:sp>
      <p:pic>
        <p:nvPicPr>
          <p:cNvPr id="4" name="Picture 3" descr="Chr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1022" y="457199"/>
            <a:ext cx="-92708" cy="-281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58379" y="429064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Chrome</a:t>
            </a:r>
          </a:p>
        </p:txBody>
      </p:sp>
      <p:pic>
        <p:nvPicPr>
          <p:cNvPr id="6" name="Picture 5" descr="Databr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0302" y="457199"/>
            <a:ext cx="-48909" cy="-2813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59558" y="429064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Databric</a:t>
            </a:r>
          </a:p>
        </p:txBody>
      </p:sp>
      <p:pic>
        <p:nvPicPr>
          <p:cNvPr id="8" name="Picture 7" descr="Dpri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8459" y="457199"/>
            <a:ext cx="-22866" cy="-281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60737" y="429064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Dprime</a:t>
            </a:r>
          </a:p>
        </p:txBody>
      </p:sp>
      <p:pic>
        <p:nvPicPr>
          <p:cNvPr id="10" name="Picture 9" descr="Gemin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34064" y="457199"/>
            <a:ext cx="-71717" cy="-2813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61916" y="429064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Gemini</a:t>
            </a:r>
          </a:p>
        </p:txBody>
      </p:sp>
      <p:pic>
        <p:nvPicPr>
          <p:cNvPr id="12" name="Picture 11" descr="Googl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07259" y="931984"/>
            <a:ext cx="-27539" cy="-2813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903849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Google</a:t>
            </a:r>
          </a:p>
        </p:txBody>
      </p:sp>
      <p:pic>
        <p:nvPicPr>
          <p:cNvPr id="14" name="Picture 13" descr="Instacar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68417" y="931984"/>
            <a:ext cx="-147497" cy="-2813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758379" y="903849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Instacart</a:t>
            </a:r>
          </a:p>
        </p:txBody>
      </p:sp>
      <p:pic>
        <p:nvPicPr>
          <p:cNvPr id="16" name="Picture 15" descr="JAL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10495" y="931984"/>
            <a:ext cx="-29295" cy="-2813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59558" y="903849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JAL</a:t>
            </a:r>
          </a:p>
        </p:txBody>
      </p:sp>
      <p:pic>
        <p:nvPicPr>
          <p:cNvPr id="18" name="Picture 17" descr="JR東海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15955" y="931984"/>
            <a:ext cx="-37858" cy="-281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360737" y="903849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JR東海</a:t>
            </a:r>
          </a:p>
        </p:txBody>
      </p:sp>
      <p:pic>
        <p:nvPicPr>
          <p:cNvPr id="20" name="Picture 19" descr="KDDI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728350" y="931984"/>
            <a:ext cx="-60290" cy="-2813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661916" y="903849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KDDI</a:t>
            </a:r>
          </a:p>
        </p:txBody>
      </p:sp>
      <p:pic>
        <p:nvPicPr>
          <p:cNvPr id="22" name="Picture 21" descr="KFC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536520" y="1406769"/>
            <a:ext cx="-86061" cy="-28135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57200" y="1378633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KFC</a:t>
            </a:r>
          </a:p>
        </p:txBody>
      </p:sp>
      <p:pic>
        <p:nvPicPr>
          <p:cNvPr id="24" name="Picture 23" descr="KIRIN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41795" y="1406769"/>
            <a:ext cx="-94253" cy="-2813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758379" y="1378633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KIRIN</a:t>
            </a:r>
          </a:p>
        </p:txBody>
      </p:sp>
      <p:pic>
        <p:nvPicPr>
          <p:cNvPr id="26" name="Picture 25" descr="LIN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109928" y="1406769"/>
            <a:ext cx="-28162" cy="-28135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059558" y="1378633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LINE</a:t>
            </a:r>
          </a:p>
        </p:txBody>
      </p:sp>
      <p:pic>
        <p:nvPicPr>
          <p:cNvPr id="28" name="Picture 27" descr="LayerX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448695" y="1406769"/>
            <a:ext cx="-103338" cy="-28135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360737" y="1378633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LayerX</a:t>
            </a:r>
          </a:p>
        </p:txBody>
      </p:sp>
      <p:pic>
        <p:nvPicPr>
          <p:cNvPr id="30" name="Picture 29" descr="Meta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757842" y="1406769"/>
            <a:ext cx="-119274" cy="-28135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661916" y="1378633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Meta</a:t>
            </a:r>
          </a:p>
        </p:txBody>
      </p:sp>
      <p:pic>
        <p:nvPicPr>
          <p:cNvPr id="32" name="Picture 31" descr="NEC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541189" y="1881553"/>
            <a:ext cx="-95399" cy="-28135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57200" y="1853418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NEC</a:t>
            </a:r>
          </a:p>
        </p:txBody>
      </p:sp>
      <p:pic>
        <p:nvPicPr>
          <p:cNvPr id="34" name="Picture 33" descr="NTTデータ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853961" y="1881553"/>
            <a:ext cx="-118585" cy="-28135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758379" y="1853418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NTTデータ</a:t>
            </a:r>
          </a:p>
        </p:txBody>
      </p:sp>
      <p:pic>
        <p:nvPicPr>
          <p:cNvPr id="36" name="Picture 35" descr="OpenAI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110104" y="1881553"/>
            <a:ext cx="-28513" cy="-28135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059558" y="1853418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OpenAI</a:t>
            </a:r>
          </a:p>
        </p:txBody>
      </p:sp>
      <p:pic>
        <p:nvPicPr>
          <p:cNvPr id="38" name="Picture 37" descr="PPIH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440761" y="1881553"/>
            <a:ext cx="-87470" cy="-28135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360737" y="1853418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PPIH</a:t>
            </a:r>
          </a:p>
        </p:txBody>
      </p:sp>
      <p:pic>
        <p:nvPicPr>
          <p:cNvPr id="40" name="Picture 39" descr="Qwen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712273" y="1881553"/>
            <a:ext cx="-28135" cy="-28135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661916" y="1853418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Qwen</a:t>
            </a:r>
          </a:p>
        </p:txBody>
      </p:sp>
      <p:pic>
        <p:nvPicPr>
          <p:cNvPr id="42" name="Picture 41" descr="Salesforc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513277" y="2356338"/>
            <a:ext cx="-39575" cy="-28135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57200" y="2328203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Salesforce</a:t>
            </a:r>
          </a:p>
        </p:txBody>
      </p:sp>
      <p:pic>
        <p:nvPicPr>
          <p:cNvPr id="44" name="Picture 43" descr="Snowflak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847242" y="2356338"/>
            <a:ext cx="-105148" cy="-28135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758379" y="2328203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Snowflake</a:t>
            </a:r>
          </a:p>
        </p:txBody>
      </p:sp>
      <p:pic>
        <p:nvPicPr>
          <p:cNvPr id="46" name="Picture 45" descr="Softbank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156807" y="2356338"/>
            <a:ext cx="-121920" cy="-28135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5059558" y="2328203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Softbank</a:t>
            </a:r>
          </a:p>
        </p:txBody>
      </p:sp>
      <p:pic>
        <p:nvPicPr>
          <p:cNvPr id="48" name="Picture 47" descr="SyncM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455200" y="2356338"/>
            <a:ext cx="-116347" cy="-28135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7360737" y="2328203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SyncMe</a:t>
            </a:r>
          </a:p>
        </p:txBody>
      </p:sp>
      <p:pic>
        <p:nvPicPr>
          <p:cNvPr id="50" name="Picture 49" descr="ahamo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724104" y="2356338"/>
            <a:ext cx="-51797" cy="-28135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9661916" y="2328203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ahamo</a:t>
            </a:r>
          </a:p>
        </p:txBody>
      </p:sp>
      <p:pic>
        <p:nvPicPr>
          <p:cNvPr id="52" name="Picture 51" descr="dポイント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504415" y="2831122"/>
            <a:ext cx="-21852" cy="-28135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457200" y="2802987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dポイント</a:t>
            </a:r>
          </a:p>
        </p:txBody>
      </p:sp>
      <p:pic>
        <p:nvPicPr>
          <p:cNvPr id="54" name="Picture 53" descr="dマガジン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808782" y="2831122"/>
            <a:ext cx="-28227" cy="-28135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2758379" y="2802987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dマガジン</a:t>
            </a:r>
          </a:p>
        </p:txBody>
      </p:sp>
      <p:pic>
        <p:nvPicPr>
          <p:cNvPr id="56" name="Picture 55" descr="d払い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6140446" y="2831122"/>
            <a:ext cx="-89197" cy="-28135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5059558" y="2802987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d払い</a:t>
            </a:r>
          </a:p>
        </p:txBody>
      </p:sp>
      <p:pic>
        <p:nvPicPr>
          <p:cNvPr id="58" name="Picture 57" descr="ゆうちょ銀行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8469529" y="2831122"/>
            <a:ext cx="-145005" cy="-28135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7360737" y="2802987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ゆうちょ銀行</a:t>
            </a:r>
          </a:p>
        </p:txBody>
      </p:sp>
      <p:pic>
        <p:nvPicPr>
          <p:cNvPr id="60" name="Picture 59" descr="アサヒグループホールディングス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10717998" y="2831122"/>
            <a:ext cx="-39585" cy="-28135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9661916" y="2802987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アサヒグループホールディングス</a:t>
            </a:r>
          </a:p>
        </p:txBody>
      </p:sp>
      <p:pic>
        <p:nvPicPr>
          <p:cNvPr id="62" name="Picture 61" descr="オリエンタルランド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1520346" y="3305907"/>
            <a:ext cx="-53713" cy="-28135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457200" y="3277772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オリエンタルランド</a:t>
            </a:r>
          </a:p>
        </p:txBody>
      </p:sp>
      <p:pic>
        <p:nvPicPr>
          <p:cNvPr id="64" name="Picture 63" descr="オリンパス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3858456" y="3305907"/>
            <a:ext cx="-127575" cy="-28135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2758379" y="3277772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オリンパス</a:t>
            </a:r>
          </a:p>
        </p:txBody>
      </p:sp>
      <p:pic>
        <p:nvPicPr>
          <p:cNvPr id="66" name="Picture 65" descr="キーエンス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6161353" y="3305907"/>
            <a:ext cx="-131012" cy="-28135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5059558" y="3277772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キーエンス</a:t>
            </a:r>
          </a:p>
        </p:txBody>
      </p:sp>
      <p:pic>
        <p:nvPicPr>
          <p:cNvPr id="68" name="Picture 67" descr="コマツ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8461335" y="3305907"/>
            <a:ext cx="-128618" cy="-28135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7360737" y="3277772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コマツ</a:t>
            </a:r>
          </a:p>
        </p:txBody>
      </p:sp>
      <p:pic>
        <p:nvPicPr>
          <p:cNvPr id="70" name="Picture 69" descr="セコム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10734628" y="3305907"/>
            <a:ext cx="-72846" cy="-28135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9661916" y="3277772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セコム</a:t>
            </a:r>
          </a:p>
        </p:txBody>
      </p:sp>
      <p:pic>
        <p:nvPicPr>
          <p:cNvPr id="72" name="Picture 71" descr="セブン&amp;アイ・ホールディングス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1509051" y="3780692"/>
            <a:ext cx="-31123" cy="-28135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457200" y="3752556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セブン&amp;アイ・ホールディングス</a:t>
            </a:r>
          </a:p>
        </p:txBody>
      </p:sp>
      <p:pic>
        <p:nvPicPr>
          <p:cNvPr id="74" name="Picture 73" descr="ソニーグループ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3861909" y="3780692"/>
            <a:ext cx="-134481" cy="-28135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2758379" y="3752556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ソニーグループ</a:t>
            </a:r>
          </a:p>
        </p:txBody>
      </p:sp>
      <p:pic>
        <p:nvPicPr>
          <p:cNvPr id="76" name="Picture 75" descr="ダイキン工業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6154255" y="3780692"/>
            <a:ext cx="-116815" cy="-28135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5059558" y="3752556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ダイキン工業</a:t>
            </a:r>
          </a:p>
        </p:txBody>
      </p:sp>
      <p:pic>
        <p:nvPicPr>
          <p:cNvPr id="78" name="Picture 77" descr="トヨタ自動車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8417277" y="3780692"/>
            <a:ext cx="-40501" cy="-28135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7360737" y="3752556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トヨタ自動車</a:t>
            </a:r>
          </a:p>
        </p:txBody>
      </p:sp>
      <p:pic>
        <p:nvPicPr>
          <p:cNvPr id="80" name="Picture 79" descr="ドコモの銀行.png"/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10744277" y="3780692"/>
            <a:ext cx="-92143" cy="-28135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9661916" y="3752556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ドコモの銀行</a:t>
            </a:r>
          </a:p>
        </p:txBody>
      </p:sp>
      <p:pic>
        <p:nvPicPr>
          <p:cNvPr id="82" name="Picture 81" descr="ドコモ光.png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1538289" y="4255476"/>
            <a:ext cx="-89600" cy="-28135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457200" y="4227341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ドコモ光</a:t>
            </a:r>
          </a:p>
        </p:txBody>
      </p:sp>
      <p:pic>
        <p:nvPicPr>
          <p:cNvPr id="84" name="Picture 83" descr="パナソニック.png"/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3872040" y="4255476"/>
            <a:ext cx="-154744" cy="-28135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2758379" y="4227341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パナソニック</a:t>
            </a:r>
          </a:p>
        </p:txBody>
      </p:sp>
      <p:pic>
        <p:nvPicPr>
          <p:cNvPr id="86" name="Picture 85" descr="ファーストリテイリング.png"/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6123787" y="4255476"/>
            <a:ext cx="-55880" cy="-28135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5059558" y="4227341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ファーストリテイリング</a:t>
            </a:r>
          </a:p>
        </p:txBody>
      </p:sp>
      <p:pic>
        <p:nvPicPr>
          <p:cNvPr id="88" name="Picture 87" descr="ホンダ.png"/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8484828" y="4255476"/>
            <a:ext cx="-175603" cy="-28135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7360737" y="4227341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ホンダ</a:t>
            </a:r>
          </a:p>
        </p:txBody>
      </p:sp>
      <p:pic>
        <p:nvPicPr>
          <p:cNvPr id="90" name="Picture 89" descr="リクルート.png"/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10746372" y="4255476"/>
            <a:ext cx="-96333" cy="-28135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9661916" y="4227341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リクルート</a:t>
            </a:r>
          </a:p>
        </p:txBody>
      </p:sp>
      <p:pic>
        <p:nvPicPr>
          <p:cNvPr id="92" name="Picture 91" descr="リクルートホールディングス.png"/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1541851" y="4730261"/>
            <a:ext cx="-96723" cy="-28135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457200" y="4702126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リクルートホールディングス</a:t>
            </a:r>
          </a:p>
        </p:txBody>
      </p:sp>
      <p:pic>
        <p:nvPicPr>
          <p:cNvPr id="94" name="Picture 93" descr="三井不動産.png"/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3835944" y="4730261"/>
            <a:ext cx="-82551" cy="-28135"/>
          </a:xfrm>
          <a:prstGeom prst="rect">
            <a:avLst/>
          </a:prstGeom>
        </p:spPr>
      </p:pic>
      <p:sp>
        <p:nvSpPr>
          <p:cNvPr id="95" name="TextBox 94"/>
          <p:cNvSpPr txBox="1"/>
          <p:nvPr/>
        </p:nvSpPr>
        <p:spPr>
          <a:xfrm>
            <a:off x="2758379" y="4702126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三井不動産</a:t>
            </a:r>
          </a:p>
        </p:txBody>
      </p:sp>
      <p:pic>
        <p:nvPicPr>
          <p:cNvPr id="96" name="Picture 95" descr="三井住友銀行.png"/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6142618" y="4730261"/>
            <a:ext cx="-93541" cy="-28135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5059558" y="4702126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三井住友銀行</a:t>
            </a:r>
          </a:p>
        </p:txBody>
      </p:sp>
      <p:pic>
        <p:nvPicPr>
          <p:cNvPr id="98" name="Picture 97" descr="三菱電機.png"/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8440311" y="4730261"/>
            <a:ext cx="-86570" cy="-28135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7360737" y="4702126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三菱電機</a:t>
            </a:r>
          </a:p>
        </p:txBody>
      </p:sp>
      <p:pic>
        <p:nvPicPr>
          <p:cNvPr id="100" name="Picture 99" descr="任天堂.png"/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10749288" y="4730261"/>
            <a:ext cx="-102165" cy="-28135"/>
          </a:xfrm>
          <a:prstGeom prst="rect">
            <a:avLst/>
          </a:prstGeom>
        </p:spPr>
      </p:pic>
      <p:sp>
        <p:nvSpPr>
          <p:cNvPr id="101" name="TextBox 100"/>
          <p:cNvSpPr txBox="1"/>
          <p:nvPr/>
        </p:nvSpPr>
        <p:spPr>
          <a:xfrm>
            <a:off x="9661916" y="4702126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任天堂</a:t>
            </a:r>
          </a:p>
        </p:txBody>
      </p:sp>
      <p:pic>
        <p:nvPicPr>
          <p:cNvPr id="102" name="Picture 101" descr="味の素.png"/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1580240" y="5205045"/>
            <a:ext cx="-173501" cy="-28135"/>
          </a:xfrm>
          <a:prstGeom prst="rect">
            <a:avLst/>
          </a:prstGeom>
        </p:spPr>
      </p:pic>
      <p:sp>
        <p:nvSpPr>
          <p:cNvPr id="103" name="TextBox 102"/>
          <p:cNvSpPr txBox="1"/>
          <p:nvPr/>
        </p:nvSpPr>
        <p:spPr>
          <a:xfrm>
            <a:off x="457200" y="517691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味の素</a:t>
            </a:r>
          </a:p>
        </p:txBody>
      </p:sp>
      <p:pic>
        <p:nvPicPr>
          <p:cNvPr id="104" name="Picture 103" descr="大和ハウス工業.png"/>
          <p:cNvPicPr>
            <a:picLocks noChangeAspect="1"/>
          </p:cNvPicPr>
          <p:nvPr/>
        </p:nvPicPr>
        <p:blipFill>
          <a:blip r:embed="rId53"/>
          <a:stretch>
            <a:fillRect/>
          </a:stretch>
        </p:blipFill>
        <p:spPr>
          <a:xfrm>
            <a:off x="3812300" y="5205045"/>
            <a:ext cx="-35263" cy="-28135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2758379" y="517691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大和ハウス工業</a:t>
            </a:r>
          </a:p>
        </p:txBody>
      </p:sp>
      <p:pic>
        <p:nvPicPr>
          <p:cNvPr id="106" name="Picture 105" descr="富士通.png"/>
          <p:cNvPicPr>
            <a:picLocks noChangeAspect="1"/>
          </p:cNvPicPr>
          <p:nvPr/>
        </p:nvPicPr>
        <p:blipFill>
          <a:blip r:embed="rId54"/>
          <a:stretch>
            <a:fillRect/>
          </a:stretch>
        </p:blipFill>
        <p:spPr>
          <a:xfrm>
            <a:off x="6123603" y="5205045"/>
            <a:ext cx="-55511" cy="-28135"/>
          </a:xfrm>
          <a:prstGeom prst="rect">
            <a:avLst/>
          </a:prstGeom>
        </p:spPr>
      </p:pic>
      <p:sp>
        <p:nvSpPr>
          <p:cNvPr id="107" name="TextBox 106"/>
          <p:cNvSpPr txBox="1"/>
          <p:nvPr/>
        </p:nvSpPr>
        <p:spPr>
          <a:xfrm>
            <a:off x="5059558" y="517691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富士通</a:t>
            </a:r>
          </a:p>
        </p:txBody>
      </p:sp>
      <p:pic>
        <p:nvPicPr>
          <p:cNvPr id="108" name="Picture 107" descr="日本郵政.png"/>
          <p:cNvPicPr>
            <a:picLocks noChangeAspect="1"/>
          </p:cNvPicPr>
          <p:nvPr/>
        </p:nvPicPr>
        <p:blipFill>
          <a:blip r:embed="rId55"/>
          <a:stretch>
            <a:fillRect/>
          </a:stretch>
        </p:blipFill>
        <p:spPr>
          <a:xfrm>
            <a:off x="8410225" y="5205045"/>
            <a:ext cx="-26398" cy="-28135"/>
          </a:xfrm>
          <a:prstGeom prst="rect">
            <a:avLst/>
          </a:prstGeom>
        </p:spPr>
      </p:pic>
      <p:sp>
        <p:nvSpPr>
          <p:cNvPr id="109" name="TextBox 108"/>
          <p:cNvSpPr txBox="1"/>
          <p:nvPr/>
        </p:nvSpPr>
        <p:spPr>
          <a:xfrm>
            <a:off x="7360737" y="517691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日本郵政</a:t>
            </a:r>
          </a:p>
        </p:txBody>
      </p:sp>
      <p:pic>
        <p:nvPicPr>
          <p:cNvPr id="110" name="Picture 109" descr="日立製作所.png"/>
          <p:cNvPicPr>
            <a:picLocks noChangeAspect="1"/>
          </p:cNvPicPr>
          <p:nvPr/>
        </p:nvPicPr>
        <p:blipFill>
          <a:blip r:embed="rId56"/>
          <a:stretch>
            <a:fillRect/>
          </a:stretch>
        </p:blipFill>
        <p:spPr>
          <a:xfrm>
            <a:off x="10771818" y="5205045"/>
            <a:ext cx="-147225" cy="-28135"/>
          </a:xfrm>
          <a:prstGeom prst="rect">
            <a:avLst/>
          </a:prstGeom>
        </p:spPr>
      </p:pic>
      <p:sp>
        <p:nvSpPr>
          <p:cNvPr id="111" name="TextBox 110"/>
          <p:cNvSpPr txBox="1"/>
          <p:nvPr/>
        </p:nvSpPr>
        <p:spPr>
          <a:xfrm>
            <a:off x="9661916" y="517691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日立製作所</a:t>
            </a:r>
          </a:p>
        </p:txBody>
      </p:sp>
      <p:pic>
        <p:nvPicPr>
          <p:cNvPr id="112" name="Picture 111" descr="東京ガス.png"/>
          <p:cNvPicPr>
            <a:picLocks noChangeAspect="1"/>
          </p:cNvPicPr>
          <p:nvPr/>
        </p:nvPicPr>
        <p:blipFill>
          <a:blip r:embed="rId57"/>
          <a:stretch>
            <a:fillRect/>
          </a:stretch>
        </p:blipFill>
        <p:spPr>
          <a:xfrm>
            <a:off x="1560897" y="5679830"/>
            <a:ext cx="-134815" cy="-28135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457200" y="565169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東京ガス</a:t>
            </a:r>
          </a:p>
        </p:txBody>
      </p:sp>
      <p:pic>
        <p:nvPicPr>
          <p:cNvPr id="114" name="Picture 113" descr="東京海上日動.png"/>
          <p:cNvPicPr>
            <a:picLocks noChangeAspect="1"/>
          </p:cNvPicPr>
          <p:nvPr/>
        </p:nvPicPr>
        <p:blipFill>
          <a:blip r:embed="rId58"/>
          <a:stretch>
            <a:fillRect/>
          </a:stretch>
        </p:blipFill>
        <p:spPr>
          <a:xfrm>
            <a:off x="3810088" y="5679830"/>
            <a:ext cx="-30840" cy="-28135"/>
          </a:xfrm>
          <a:prstGeom prst="rect">
            <a:avLst/>
          </a:prstGeom>
        </p:spPr>
      </p:pic>
      <p:sp>
        <p:nvSpPr>
          <p:cNvPr id="115" name="TextBox 114"/>
          <p:cNvSpPr txBox="1"/>
          <p:nvPr/>
        </p:nvSpPr>
        <p:spPr>
          <a:xfrm>
            <a:off x="2758379" y="565169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東京海上日動</a:t>
            </a:r>
          </a:p>
        </p:txBody>
      </p:sp>
      <p:pic>
        <p:nvPicPr>
          <p:cNvPr id="116" name="Picture 115" descr="楽天.png"/>
          <p:cNvPicPr>
            <a:picLocks noChangeAspect="1"/>
          </p:cNvPicPr>
          <p:nvPr/>
        </p:nvPicPr>
        <p:blipFill>
          <a:blip r:embed="rId59"/>
          <a:stretch>
            <a:fillRect/>
          </a:stretch>
        </p:blipFill>
        <p:spPr>
          <a:xfrm>
            <a:off x="6139120" y="5679830"/>
            <a:ext cx="-86546" cy="-28135"/>
          </a:xfrm>
          <a:prstGeom prst="rect">
            <a:avLst/>
          </a:prstGeom>
        </p:spPr>
      </p:pic>
      <p:sp>
        <p:nvSpPr>
          <p:cNvPr id="117" name="TextBox 116"/>
          <p:cNvSpPr txBox="1"/>
          <p:nvPr/>
        </p:nvSpPr>
        <p:spPr>
          <a:xfrm>
            <a:off x="5059558" y="565169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楽天</a:t>
            </a:r>
          </a:p>
        </p:txBody>
      </p:sp>
      <p:pic>
        <p:nvPicPr>
          <p:cNvPr id="118" name="Picture 117" descr="楽天グループ.png"/>
          <p:cNvPicPr>
            <a:picLocks noChangeAspect="1"/>
          </p:cNvPicPr>
          <p:nvPr/>
        </p:nvPicPr>
        <p:blipFill>
          <a:blip r:embed="rId60"/>
          <a:stretch>
            <a:fillRect/>
          </a:stretch>
        </p:blipFill>
        <p:spPr>
          <a:xfrm>
            <a:off x="8439846" y="5679830"/>
            <a:ext cx="-85640" cy="-28135"/>
          </a:xfrm>
          <a:prstGeom prst="rect">
            <a:avLst/>
          </a:prstGeom>
        </p:spPr>
      </p:pic>
      <p:sp>
        <p:nvSpPr>
          <p:cNvPr id="119" name="TextBox 118"/>
          <p:cNvSpPr txBox="1"/>
          <p:nvPr/>
        </p:nvSpPr>
        <p:spPr>
          <a:xfrm>
            <a:off x="7360737" y="565169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楽天グループ</a:t>
            </a:r>
          </a:p>
        </p:txBody>
      </p:sp>
      <p:pic>
        <p:nvPicPr>
          <p:cNvPr id="120" name="Picture 119" descr="花王.png"/>
          <p:cNvPicPr>
            <a:picLocks noChangeAspect="1"/>
          </p:cNvPicPr>
          <p:nvPr/>
        </p:nvPicPr>
        <p:blipFill>
          <a:blip r:embed="rId61"/>
          <a:stretch>
            <a:fillRect/>
          </a:stretch>
        </p:blipFill>
        <p:spPr>
          <a:xfrm>
            <a:off x="10723009" y="5679830"/>
            <a:ext cx="-49607" cy="-28135"/>
          </a:xfrm>
          <a:prstGeom prst="rect">
            <a:avLst/>
          </a:prstGeom>
        </p:spPr>
      </p:pic>
      <p:sp>
        <p:nvSpPr>
          <p:cNvPr id="121" name="TextBox 120"/>
          <p:cNvSpPr txBox="1"/>
          <p:nvPr/>
        </p:nvSpPr>
        <p:spPr>
          <a:xfrm>
            <a:off x="9661916" y="565169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花王</a:t>
            </a:r>
          </a:p>
        </p:txBody>
      </p:sp>
      <p:pic>
        <p:nvPicPr>
          <p:cNvPr id="122" name="Picture 121" descr="資生堂.png"/>
          <p:cNvPicPr>
            <a:picLocks noChangeAspect="1"/>
          </p:cNvPicPr>
          <p:nvPr/>
        </p:nvPicPr>
        <p:blipFill>
          <a:blip r:embed="rId62"/>
          <a:stretch>
            <a:fillRect/>
          </a:stretch>
        </p:blipFill>
        <p:spPr>
          <a:xfrm>
            <a:off x="1563759" y="6154615"/>
            <a:ext cx="-140539" cy="-28135"/>
          </a:xfrm>
          <a:prstGeom prst="rect">
            <a:avLst/>
          </a:prstGeom>
        </p:spPr>
      </p:pic>
      <p:sp>
        <p:nvSpPr>
          <p:cNvPr id="123" name="TextBox 122"/>
          <p:cNvSpPr txBox="1"/>
          <p:nvPr/>
        </p:nvSpPr>
        <p:spPr>
          <a:xfrm>
            <a:off x="457200" y="6126479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資生堂</a:t>
            </a:r>
          </a:p>
        </p:txBody>
      </p:sp>
      <p:pic>
        <p:nvPicPr>
          <p:cNvPr id="124" name="Picture 123" descr="野村ホールディングス.png"/>
          <p:cNvPicPr>
            <a:picLocks noChangeAspect="1"/>
          </p:cNvPicPr>
          <p:nvPr/>
        </p:nvPicPr>
        <p:blipFill>
          <a:blip r:embed="rId63"/>
          <a:stretch>
            <a:fillRect/>
          </a:stretch>
        </p:blipFill>
        <p:spPr>
          <a:xfrm>
            <a:off x="3862299" y="6154615"/>
            <a:ext cx="-135261" cy="-28135"/>
          </a:xfrm>
          <a:prstGeom prst="rect">
            <a:avLst/>
          </a:prstGeom>
        </p:spPr>
      </p:pic>
      <p:sp>
        <p:nvSpPr>
          <p:cNvPr id="125" name="TextBox 124"/>
          <p:cNvSpPr txBox="1"/>
          <p:nvPr/>
        </p:nvSpPr>
        <p:spPr>
          <a:xfrm>
            <a:off x="2758379" y="6126479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野村ホールディングス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