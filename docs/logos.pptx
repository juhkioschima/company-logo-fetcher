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Sync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939" y="457200"/>
            <a:ext cx="1566533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2" name="Picture 11" descr="dポイント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6374" y="1338943"/>
            <a:ext cx="294231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4" name="Picture 13" descr="アサヒグループホールディング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8171" y="1338943"/>
            <a:ext cx="532994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6" name="Picture 15" descr="オリエンタルランド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34244" y="1338943"/>
            <a:ext cx="723207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8" name="Picture 17" descr="オリンパ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8169" y="1338943"/>
            <a:ext cx="1717715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0" name="Picture 19" descr="キーエンス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6213" y="1338943"/>
            <a:ext cx="1763984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2" name="Picture 21" descr="コマツ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7609" y="2220686"/>
            <a:ext cx="1731761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4" name="Picture 23" descr="セコム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04254" y="2220686"/>
            <a:ext cx="980828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6" name="Picture 25" descr="セブン&amp;アイ・ホールディング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86322" y="2220686"/>
            <a:ext cx="419051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8" name="Picture 27" descr="ソニーグループ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91675" y="2220686"/>
            <a:ext cx="1810703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0" name="Picture 29" descr="ダイキン工業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11788" y="2220686"/>
            <a:ext cx="1572834" cy="3788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2" name="Picture 31" descr="トヨタ自動車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20829" y="3102429"/>
            <a:ext cx="545321" cy="37882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4" name="Picture 33" descr="ドコモの銀行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74346" y="3102429"/>
            <a:ext cx="1240644" cy="37882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36" name="Picture 35" descr="パナソニック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59558" y="3103424"/>
            <a:ext cx="2072578" cy="3768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8" name="Picture 37" descr="ファーストリテイリング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20834" y="3102429"/>
            <a:ext cx="752384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0" name="Picture 39" descr="ホンダ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61916" y="3125805"/>
            <a:ext cx="2072578" cy="33207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42" name="Picture 41" descr="リクルートホールディングス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2333" y="3984171"/>
            <a:ext cx="1302312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4" name="Picture 43" descr="三井住友銀行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64937" y="3984171"/>
            <a:ext cx="1259463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6" name="Picture 45" descr="三菱電機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513043" y="3984171"/>
            <a:ext cx="1165608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8" name="Picture 47" descr="任天堂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709235" y="3984171"/>
            <a:ext cx="1375583" cy="37882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0" name="Picture 49" descr="味の素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661916" y="4005536"/>
            <a:ext cx="2072579" cy="3360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2" name="Picture 51" descr="大和ハウス工業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256088" y="4865914"/>
            <a:ext cx="474803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4" name="Picture 53" descr="富士通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420955" y="4865914"/>
            <a:ext cx="747426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6" name="Picture 55" descr="日本郵政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918128" y="4865914"/>
            <a:ext cx="355438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8" name="Picture 57" descr="日立製作所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405882" y="4865914"/>
            <a:ext cx="1982288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0" name="Picture 59" descr="東京ガ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790609" y="4865914"/>
            <a:ext cx="1815192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2" name="Picture 61" descr="楽天グループ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6948" y="5747657"/>
            <a:ext cx="1153083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4" name="Picture 63" descr="花王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60706" y="5747657"/>
            <a:ext cx="667924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6" name="Picture 65" descr="資生堂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49714" y="5747657"/>
            <a:ext cx="1892266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68" name="Picture 67" descr="野村ホールディング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86429" y="5747657"/>
            <a:ext cx="1821195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