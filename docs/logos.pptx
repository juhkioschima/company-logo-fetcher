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D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18" y="457200"/>
            <a:ext cx="1567542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4" name="Picture 3" descr="N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8379" y="517336"/>
            <a:ext cx="2072579" cy="611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6" name="Picture 5" descr="NTTデータ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558" y="577092"/>
            <a:ext cx="2072579" cy="4917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8" name="Picture 7" descr="オリンパス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737" y="594418"/>
            <a:ext cx="2072579" cy="4570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0" name="Picture 9" descr="キーエン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1916" y="600413"/>
            <a:ext cx="2072579" cy="4450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12" name="Picture 11" descr="コマツ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830712"/>
            <a:ext cx="2072579" cy="453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14" name="Picture 13" descr="セブン&amp;アイ・ホールディングス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8379" y="1840998"/>
            <a:ext cx="2072579" cy="4328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16" name="Picture 15" descr="ソニーグループ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9558" y="1840595"/>
            <a:ext cx="2072579" cy="4336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18" name="Picture 17" descr="ダイキン工業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0737" y="1807806"/>
            <a:ext cx="2072578" cy="4991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20" name="Picture 19" descr="トヨタ自動車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71688" y="1691640"/>
            <a:ext cx="1053034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22" name="Picture 21" descr="パナソニック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103424"/>
            <a:ext cx="2072578" cy="3768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24" name="Picture 23" descr="ファーストリテイリング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68228" y="2926080"/>
            <a:ext cx="145288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26" name="Picture 25" descr="リクルートホールディングス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9558" y="2990399"/>
            <a:ext cx="2072579" cy="6028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28" name="Picture 27" descr="三井住友銀行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60737" y="2980144"/>
            <a:ext cx="2072579" cy="6233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30" name="Picture 29" descr="任天堂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1916" y="3006153"/>
            <a:ext cx="2072579" cy="57137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32" name="Picture 31" descr="伊藤忠商事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9629" y="4160520"/>
            <a:ext cx="1687721" cy="7315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伊藤忠商事</a:t>
            </a:r>
          </a:p>
        </p:txBody>
      </p:sp>
      <p:pic>
        <p:nvPicPr>
          <p:cNvPr id="34" name="Picture 33" descr="信越化学工業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04311" y="4160520"/>
            <a:ext cx="1380714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36" name="Picture 35" descr="味の素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47629" y="4160520"/>
            <a:ext cx="1296437" cy="731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38" name="Picture 37" descr="富士通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75373" y="4160520"/>
            <a:ext cx="1443307" cy="7315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40" name="Picture 39" descr="日本郵政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82816" y="4160520"/>
            <a:ext cx="1030778" cy="7315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42" name="Picture 41" descr="村田製作所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13889" y="5394960"/>
            <a:ext cx="1959201" cy="7315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44" name="Picture 43" descr="東京ガス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40081" y="5394960"/>
            <a:ext cx="1109174" cy="731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46" name="Picture 45" descr="楽天グループ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59558" y="5420268"/>
            <a:ext cx="2072579" cy="68090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48" name="Picture 47" descr="資生堂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0737" y="5553260"/>
            <a:ext cx="2072579" cy="41492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