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698" y="457200"/>
            <a:ext cx="575582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9285" y="457200"/>
            <a:ext cx="910766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787" y="457200"/>
            <a:ext cx="1132120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Sync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1650" y="457200"/>
            <a:ext cx="1110753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0" name="Picture 9" descr="aha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0951" y="457200"/>
            <a:ext cx="494508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2" name="Picture 11" descr="dポイント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9177" y="1228725"/>
            <a:ext cx="208625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4" name="Picture 13" descr="dマガジン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9929" y="1228725"/>
            <a:ext cx="269479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16" name="Picture 15" descr="d払い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0071" y="1228725"/>
            <a:ext cx="851552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18" name="Picture 17" descr="アサヒグループホールディング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8066" y="1228725"/>
            <a:ext cx="377920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0" name="Picture 19" descr="オリエンタルランド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1810" y="1228725"/>
            <a:ext cx="512791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2" name="Picture 21" descr="オリンパ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515" y="2000250"/>
            <a:ext cx="1217949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4" name="Picture 23" descr="キーエン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69290" y="2000250"/>
            <a:ext cx="1250756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6" name="Picture 25" descr="コマツ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1893" y="2000250"/>
            <a:ext cx="1227908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8" name="Picture 27" descr="セコム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9298" y="2000250"/>
            <a:ext cx="695457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0" name="Picture 29" descr="セブン&amp;アイ・ホールディング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49641" y="2000250"/>
            <a:ext cx="297129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2" name="Picture 31" descr="ソニーグループ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548" y="2771775"/>
            <a:ext cx="1283882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4" name="Picture 33" descr="ダイキン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7058" y="2771775"/>
            <a:ext cx="1115220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6" name="Picture 35" descr="トヨタ自動車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02517" y="2771775"/>
            <a:ext cx="386661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8" name="Picture 37" descr="ドコモの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57186" y="2771775"/>
            <a:ext cx="87968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0" name="Picture 39" descr="ドコモ光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70504" y="2771775"/>
            <a:ext cx="855403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42" name="Picture 41" descr="パナソニック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4826" y="3543300"/>
            <a:ext cx="1477327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4" name="Picture 43" descr="ファーストリテイリング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27929" y="3543300"/>
            <a:ext cx="533479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6" name="Picture 45" descr="ホンダ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257615" y="3543300"/>
            <a:ext cx="1676465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8" name="Picture 47" descr="リクルートホールディングス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35323" y="3543300"/>
            <a:ext cx="923407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0" name="Picture 49" descr="三井住友銀行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51693" y="3543300"/>
            <a:ext cx="893024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2" name="Picture 51" descr="三菱電機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0251" y="4314825"/>
            <a:ext cx="826476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4" name="Picture 53" descr="任天堂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306988" y="4314825"/>
            <a:ext cx="975360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6" name="Picture 55" descr="味の素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267649" y="4314825"/>
            <a:ext cx="1656397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8" name="Picture 57" descr="大和ハウス工業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28696" y="4314825"/>
            <a:ext cx="336660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0" name="Picture 59" descr="富士通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433223" y="4314825"/>
            <a:ext cx="529964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2" name="Picture 61" descr="日本郵政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367477" y="5086350"/>
            <a:ext cx="252024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4" name="Picture 63" descr="日立製作所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091896" y="5086350"/>
            <a:ext cx="1405545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6" name="Picture 65" descr="東京ガ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52315" y="5086350"/>
            <a:ext cx="128706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8" name="Picture 67" descr="楽天グループ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988229" y="5086350"/>
            <a:ext cx="81759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0" name="Picture 69" descr="花王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61409" y="5086350"/>
            <a:ext cx="473593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2" name="Picture 71" descr="資生堂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22632" y="5857875"/>
            <a:ext cx="1341714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4" name="Picture 73" descr="野村ホールディングス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149008" y="5857875"/>
            <a:ext cx="1291321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