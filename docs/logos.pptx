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Relationship Id="rId42" Type="http://schemas.openxmlformats.org/officeDocument/2006/relationships/image" Target="../media/image41.png"/><Relationship Id="rId43" Type="http://schemas.openxmlformats.org/officeDocument/2006/relationships/image" Target="../media/image42.png"/><Relationship Id="rId44" Type="http://schemas.openxmlformats.org/officeDocument/2006/relationships/image" Target="../media/image43.png"/><Relationship Id="rId45" Type="http://schemas.openxmlformats.org/officeDocument/2006/relationships/image" Target="../media/image44.png"/><Relationship Id="rId46" Type="http://schemas.openxmlformats.org/officeDocument/2006/relationships/image" Target="../media/image45.png"/><Relationship Id="rId47" Type="http://schemas.openxmlformats.org/officeDocument/2006/relationships/image" Target="../media/image46.png"/><Relationship Id="rId48" Type="http://schemas.openxmlformats.org/officeDocument/2006/relationships/image" Target="../media/image47.png"/><Relationship Id="rId49" Type="http://schemas.openxmlformats.org/officeDocument/2006/relationships/image" Target="../media/image48.png"/><Relationship Id="rId50" Type="http://schemas.openxmlformats.org/officeDocument/2006/relationships/image" Target="../media/image49.png"/><Relationship Id="rId51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450" y="457200"/>
            <a:ext cx="186078" cy="114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AWS</a:t>
            </a:r>
          </a:p>
        </p:txBody>
      </p:sp>
      <p:pic>
        <p:nvPicPr>
          <p:cNvPr id="4" name="Picture 3" descr="Chr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355" y="457200"/>
            <a:ext cx="376627" cy="114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6" name="Picture 5" descr="Dpr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9401" y="457200"/>
            <a:ext cx="92893" cy="114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Dprime</a:t>
            </a:r>
          </a:p>
        </p:txBody>
      </p:sp>
      <p:pic>
        <p:nvPicPr>
          <p:cNvPr id="8" name="Picture 7" descr="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1350" y="457200"/>
            <a:ext cx="291352" cy="1142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10" name="Picture 9" descr="Goog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2266" y="457200"/>
            <a:ext cx="111878" cy="114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5715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12" name="Picture 11" descr="Instac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7349" y="1074420"/>
            <a:ext cx="592281" cy="114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Instacart</a:t>
            </a:r>
          </a:p>
        </p:txBody>
      </p:sp>
      <p:pic>
        <p:nvPicPr>
          <p:cNvPr id="14" name="Picture 13" descr="KDD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2204" y="1074420"/>
            <a:ext cx="244928" cy="114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16" name="Picture 15" descr="KF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1036" y="1074420"/>
            <a:ext cx="349623" cy="1143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KFC</a:t>
            </a:r>
          </a:p>
        </p:txBody>
      </p:sp>
      <p:pic>
        <p:nvPicPr>
          <p:cNvPr id="18" name="Picture 17" descr="L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9821" y="1074420"/>
            <a:ext cx="114411" cy="1143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LINE</a:t>
            </a:r>
          </a:p>
        </p:txBody>
      </p:sp>
      <p:pic>
        <p:nvPicPr>
          <p:cNvPr id="20" name="Picture 19" descr="Met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55929" y="1074420"/>
            <a:ext cx="484553" cy="1143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Meta</a:t>
            </a:r>
          </a:p>
        </p:txBody>
      </p:sp>
      <p:pic>
        <p:nvPicPr>
          <p:cNvPr id="22" name="Picture 21" descr="NE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9709" y="1691640"/>
            <a:ext cx="387560" cy="114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24" name="Picture 23" descr="NTTデータ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3792" y="1691640"/>
            <a:ext cx="481753" cy="1143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26" name="Picture 25" descr="OpenAI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37929" y="1691640"/>
            <a:ext cx="115837" cy="1143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OpenAI</a:t>
            </a:r>
          </a:p>
        </p:txBody>
      </p:sp>
      <p:pic>
        <p:nvPicPr>
          <p:cNvPr id="28" name="Picture 27" descr="Qwen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7889" y="1691640"/>
            <a:ext cx="338275" cy="1142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Qwen</a:t>
            </a:r>
          </a:p>
        </p:txBody>
      </p:sp>
      <p:pic>
        <p:nvPicPr>
          <p:cNvPr id="30" name="Picture 29" descr="Salesforc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17819" y="1691640"/>
            <a:ext cx="160773" cy="1143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18059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Salesforce</a:t>
            </a:r>
          </a:p>
        </p:txBody>
      </p:sp>
      <p:pic>
        <p:nvPicPr>
          <p:cNvPr id="32" name="Picture 31" descr="SyncM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57159" y="2308860"/>
            <a:ext cx="472660" cy="1143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34" name="Picture 33" descr="ahamo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89454" y="2308860"/>
            <a:ext cx="210429" cy="1143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36" name="Picture 35" descr="dポイント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51459" y="2308860"/>
            <a:ext cx="88776" cy="1143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38" name="Picture 37" descr="dマガジン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39690" y="2308860"/>
            <a:ext cx="114672" cy="1143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40" name="Picture 39" descr="d払い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17024" y="2308860"/>
            <a:ext cx="362362" cy="1143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42" name="Picture 41" descr="アサヒグループホールディングス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13081" y="2926080"/>
            <a:ext cx="160817" cy="1143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44" name="Picture 43" descr="オリエンタルランド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685564" y="2926080"/>
            <a:ext cx="218209" cy="1143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46" name="Picture 45" descr="オリンパス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836709" y="2926080"/>
            <a:ext cx="518276" cy="1143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48" name="Picture 47" descr="キーエンス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30908" y="2926080"/>
            <a:ext cx="532236" cy="1143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50" name="Picture 49" descr="コマツ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36948" y="2926080"/>
            <a:ext cx="522514" cy="1143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52" name="Picture 51" descr="セコム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45520" y="3543300"/>
            <a:ext cx="295939" cy="1143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54" name="Picture 53" descr="セブン&amp;アイ・ホールディングス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31449" y="3543300"/>
            <a:ext cx="126438" cy="1143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56" name="Picture 55" descr="ソニーグループ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22681" y="3543300"/>
            <a:ext cx="546333" cy="1143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58" name="Picture 57" descr="ダイキン工業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59745" y="3543300"/>
            <a:ext cx="474562" cy="1143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60" name="Picture 59" descr="トヨタ自動車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615937" y="3543300"/>
            <a:ext cx="164536" cy="1143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62" name="Picture 61" descr="ドコモの銀行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306323" y="4160520"/>
            <a:ext cx="374332" cy="1143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64" name="Picture 63" descr="ドコモ光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612668" y="4160520"/>
            <a:ext cx="364001" cy="1143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66" name="Picture 65" descr="パナソニック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781522" y="4160520"/>
            <a:ext cx="628650" cy="1143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68" name="Picture 67" descr="ファーストリテイリング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283520" y="4160520"/>
            <a:ext cx="227012" cy="1143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70" name="Picture 69" descr="ホンダ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341511" y="4160520"/>
            <a:ext cx="713389" cy="1143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42748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72" name="Picture 71" descr="リクルートホールディングス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297020" y="4777740"/>
            <a:ext cx="392939" cy="1143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74" name="Picture 73" descr="三井住友銀行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604663" y="4777740"/>
            <a:ext cx="380010" cy="1143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76" name="Picture 75" descr="三菱電機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20001" y="4777740"/>
            <a:ext cx="351692" cy="11430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78" name="Picture 77" descr="任天堂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189503" y="4777740"/>
            <a:ext cx="415046" cy="1143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80" name="Picture 79" descr="味の素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345780" y="4777740"/>
            <a:ext cx="704850" cy="1143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82" name="Picture 81" descr="大和ハウス工業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421860" y="5394960"/>
            <a:ext cx="143259" cy="1143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84" name="Picture 83" descr="富士通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681910" y="5394960"/>
            <a:ext cx="225516" cy="11430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758379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86" name="Picture 85" descr="日本郵政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042225" y="5394960"/>
            <a:ext cx="107244" cy="11430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59558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88" name="Picture 87" descr="日立製作所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097974" y="5394960"/>
            <a:ext cx="598104" cy="1143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60737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90" name="Picture 89" descr="東京ガス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424362" y="5394960"/>
            <a:ext cx="547687" cy="1143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9661916" y="55092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92" name="Picture 91" descr="楽天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317691" y="6012180"/>
            <a:ext cx="351596" cy="114300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</a:t>
            </a:r>
          </a:p>
        </p:txBody>
      </p:sp>
      <p:pic>
        <p:nvPicPr>
          <p:cNvPr id="94" name="Picture 93" descr="楽天グループ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620712" y="6012180"/>
            <a:ext cx="347913" cy="11430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96" name="Picture 95" descr="花王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995083" y="6012180"/>
            <a:ext cx="201528" cy="1143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98" name="Picture 97" descr="資生堂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111555" y="6012180"/>
            <a:ext cx="570942" cy="11429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100" name="Picture 99" descr="野村ホールディングス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423456" y="6012180"/>
            <a:ext cx="549498" cy="11430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9661916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