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Relationship Id="rId12" Type="http://schemas.openxmlformats.org/officeDocument/2006/relationships/image" Target="../media/image11.png"/><Relationship Id="rId13" Type="http://schemas.openxmlformats.org/officeDocument/2006/relationships/image" Target="../media/image12.png"/><Relationship Id="rId14" Type="http://schemas.openxmlformats.org/officeDocument/2006/relationships/image" Target="../media/image13.png"/><Relationship Id="rId15" Type="http://schemas.openxmlformats.org/officeDocument/2006/relationships/image" Target="../media/image14.png"/><Relationship Id="rId16" Type="http://schemas.openxmlformats.org/officeDocument/2006/relationships/image" Target="../media/image15.png"/><Relationship Id="rId17" Type="http://schemas.openxmlformats.org/officeDocument/2006/relationships/image" Target="../media/image16.png"/><Relationship Id="rId18" Type="http://schemas.openxmlformats.org/officeDocument/2006/relationships/image" Target="../media/image17.png"/><Relationship Id="rId19" Type="http://schemas.openxmlformats.org/officeDocument/2006/relationships/image" Target="../media/image18.png"/><Relationship Id="rId20" Type="http://schemas.openxmlformats.org/officeDocument/2006/relationships/image" Target="../media/image19.png"/><Relationship Id="rId21" Type="http://schemas.openxmlformats.org/officeDocument/2006/relationships/image" Target="../media/image20.png"/><Relationship Id="rId22" Type="http://schemas.openxmlformats.org/officeDocument/2006/relationships/image" Target="../media/image21.png"/><Relationship Id="rId23" Type="http://schemas.openxmlformats.org/officeDocument/2006/relationships/image" Target="../media/image22.png"/><Relationship Id="rId24" Type="http://schemas.openxmlformats.org/officeDocument/2006/relationships/image" Target="../media/image23.png"/><Relationship Id="rId25" Type="http://schemas.openxmlformats.org/officeDocument/2006/relationships/image" Target="../media/image24.png"/><Relationship Id="rId26" Type="http://schemas.openxmlformats.org/officeDocument/2006/relationships/image" Target="../media/image25.png"/><Relationship Id="rId27" Type="http://schemas.openxmlformats.org/officeDocument/2006/relationships/image" Target="../media/image26.png"/><Relationship Id="rId28" Type="http://schemas.openxmlformats.org/officeDocument/2006/relationships/image" Target="../media/image27.png"/><Relationship Id="rId29" Type="http://schemas.openxmlformats.org/officeDocument/2006/relationships/image" Target="../media/image28.png"/><Relationship Id="rId30" Type="http://schemas.openxmlformats.org/officeDocument/2006/relationships/image" Target="../media/image29.png"/><Relationship Id="rId31" Type="http://schemas.openxmlformats.org/officeDocument/2006/relationships/image" Target="../media/image30.png"/><Relationship Id="rId32" Type="http://schemas.openxmlformats.org/officeDocument/2006/relationships/image" Target="../media/image31.png"/><Relationship Id="rId33" Type="http://schemas.openxmlformats.org/officeDocument/2006/relationships/image" Target="../media/image32.png"/><Relationship Id="rId34" Type="http://schemas.openxmlformats.org/officeDocument/2006/relationships/image" Target="../media/image33.png"/><Relationship Id="rId35" Type="http://schemas.openxmlformats.org/officeDocument/2006/relationships/image" Target="../media/image3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JR東日本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4432" y="457200"/>
            <a:ext cx="638114" cy="37882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836022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JR東日本</a:t>
            </a:r>
          </a:p>
        </p:txBody>
      </p:sp>
      <p:pic>
        <p:nvPicPr>
          <p:cNvPr id="4" name="Picture 3" descr="KDD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88787" y="457200"/>
            <a:ext cx="811763" cy="37882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758379" y="836022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KDDI</a:t>
            </a:r>
          </a:p>
        </p:txBody>
      </p:sp>
      <p:pic>
        <p:nvPicPr>
          <p:cNvPr id="6" name="Picture 5" descr="NE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53605" y="457200"/>
            <a:ext cx="1284485" cy="37882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59558" y="836022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NEC</a:t>
            </a:r>
          </a:p>
        </p:txBody>
      </p:sp>
      <p:pic>
        <p:nvPicPr>
          <p:cNvPr id="8" name="Picture 7" descr="NTTデータ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98692" y="457200"/>
            <a:ext cx="1596668" cy="37882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360737" y="836022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NTTデータ</a:t>
            </a:r>
          </a:p>
        </p:txBody>
      </p:sp>
      <p:pic>
        <p:nvPicPr>
          <p:cNvPr id="10" name="Picture 9" descr="SyncM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14939" y="457200"/>
            <a:ext cx="1566533" cy="37882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661916" y="836022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SyncMe</a:t>
            </a:r>
          </a:p>
        </p:txBody>
      </p:sp>
      <p:pic>
        <p:nvPicPr>
          <p:cNvPr id="12" name="Picture 11" descr="アサヒグループホールディングス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26992" y="1338943"/>
            <a:ext cx="532994" cy="37882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57200" y="1717765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アサヒグループホールディングス</a:t>
            </a:r>
          </a:p>
        </p:txBody>
      </p:sp>
      <p:pic>
        <p:nvPicPr>
          <p:cNvPr id="14" name="Picture 13" descr="オリエンタルランド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433065" y="1338943"/>
            <a:ext cx="723207" cy="37882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2758379" y="1717765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オリエンタルランド</a:t>
            </a:r>
          </a:p>
        </p:txBody>
      </p:sp>
      <p:pic>
        <p:nvPicPr>
          <p:cNvPr id="16" name="Picture 15" descr="オリンパス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236990" y="1338943"/>
            <a:ext cx="1717715" cy="37882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059558" y="1717765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オリンパス</a:t>
            </a:r>
          </a:p>
        </p:txBody>
      </p:sp>
      <p:pic>
        <p:nvPicPr>
          <p:cNvPr id="18" name="Picture 17" descr="キーエンス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515034" y="1338943"/>
            <a:ext cx="1763984" cy="378822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360737" y="1717765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キーエンス</a:t>
            </a:r>
          </a:p>
        </p:txBody>
      </p:sp>
      <p:pic>
        <p:nvPicPr>
          <p:cNvPr id="20" name="Picture 19" descr="コマツ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832325" y="1338943"/>
            <a:ext cx="1731761" cy="378822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9661916" y="1717765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コマツ</a:t>
            </a:r>
          </a:p>
        </p:txBody>
      </p:sp>
      <p:pic>
        <p:nvPicPr>
          <p:cNvPr id="22" name="Picture 21" descr="セコム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03075" y="2220686"/>
            <a:ext cx="980828" cy="37882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457200" y="2599508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セコム</a:t>
            </a:r>
          </a:p>
        </p:txBody>
      </p:sp>
      <p:pic>
        <p:nvPicPr>
          <p:cNvPr id="24" name="Picture 23" descr="セブン&amp;アイ・ホールディングス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585143" y="2220686"/>
            <a:ext cx="419051" cy="378822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2758379" y="2599508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セブン&amp;アイ・ホールディングス</a:t>
            </a:r>
          </a:p>
        </p:txBody>
      </p:sp>
      <p:pic>
        <p:nvPicPr>
          <p:cNvPr id="26" name="Picture 25" descr="ソニーグループ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190496" y="2220686"/>
            <a:ext cx="1810703" cy="37882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5059558" y="2599508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ソニーグループ</a:t>
            </a:r>
          </a:p>
        </p:txBody>
      </p:sp>
      <p:pic>
        <p:nvPicPr>
          <p:cNvPr id="28" name="Picture 27" descr="ダイキン工業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610609" y="2220686"/>
            <a:ext cx="1572834" cy="378822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7360737" y="2599508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ダイキン工業</a:t>
            </a:r>
          </a:p>
        </p:txBody>
      </p:sp>
      <p:pic>
        <p:nvPicPr>
          <p:cNvPr id="30" name="Picture 29" descr="トヨタ自動車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0425545" y="2220686"/>
            <a:ext cx="545321" cy="378822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9661916" y="2599508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トヨタ自動車</a:t>
            </a:r>
          </a:p>
        </p:txBody>
      </p:sp>
      <p:pic>
        <p:nvPicPr>
          <p:cNvPr id="32" name="Picture 31" descr="パナソニック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457200" y="3103424"/>
            <a:ext cx="2072578" cy="376832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457200" y="3481251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パナソニック</a:t>
            </a:r>
          </a:p>
        </p:txBody>
      </p:sp>
      <p:pic>
        <p:nvPicPr>
          <p:cNvPr id="34" name="Picture 33" descr="ファーストリテイリング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3418476" y="3102429"/>
            <a:ext cx="752384" cy="378822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2758379" y="3481251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ファーストリテイリング</a:t>
            </a:r>
          </a:p>
        </p:txBody>
      </p:sp>
      <p:pic>
        <p:nvPicPr>
          <p:cNvPr id="36" name="Picture 35" descr="ホンダ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5059558" y="3125805"/>
            <a:ext cx="2072578" cy="33207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5059558" y="3481251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ホンダ</a:t>
            </a:r>
          </a:p>
        </p:txBody>
      </p:sp>
      <p:pic>
        <p:nvPicPr>
          <p:cNvPr id="38" name="Picture 37" descr="リクルートホールディングス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7745870" y="3102429"/>
            <a:ext cx="1302312" cy="378822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7360737" y="3481251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リクルートホールディングス</a:t>
            </a:r>
          </a:p>
        </p:txBody>
      </p:sp>
      <p:pic>
        <p:nvPicPr>
          <p:cNvPr id="40" name="Picture 39" descr="三井住友銀行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10068474" y="3102429"/>
            <a:ext cx="1259463" cy="378822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9661916" y="3481251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三井住友銀行</a:t>
            </a:r>
          </a:p>
        </p:txBody>
      </p:sp>
      <p:pic>
        <p:nvPicPr>
          <p:cNvPr id="42" name="Picture 41" descr="三菱電機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910685" y="3984171"/>
            <a:ext cx="1165608" cy="378822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457200" y="4362994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三菱電機</a:t>
            </a:r>
          </a:p>
        </p:txBody>
      </p:sp>
      <p:pic>
        <p:nvPicPr>
          <p:cNvPr id="44" name="Picture 43" descr="任天堂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3106877" y="3984171"/>
            <a:ext cx="1375583" cy="378822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2758379" y="4362994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任天堂</a:t>
            </a:r>
          </a:p>
        </p:txBody>
      </p:sp>
      <p:pic>
        <p:nvPicPr>
          <p:cNvPr id="46" name="Picture 45" descr="信越化学工業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5738341" y="3984171"/>
            <a:ext cx="715012" cy="378822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5059558" y="4362994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信越化学工業</a:t>
            </a:r>
          </a:p>
        </p:txBody>
      </p:sp>
      <p:pic>
        <p:nvPicPr>
          <p:cNvPr id="48" name="Picture 47" descr="味の素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7360737" y="4005536"/>
            <a:ext cx="2072579" cy="336093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7360737" y="4362994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味の素</a:t>
            </a:r>
          </a:p>
        </p:txBody>
      </p:sp>
      <p:pic>
        <p:nvPicPr>
          <p:cNvPr id="50" name="Picture 49" descr="大和ハウス工業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10460804" y="3984171"/>
            <a:ext cx="474803" cy="378822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9661916" y="4362994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大和ハウス工業</a:t>
            </a:r>
          </a:p>
        </p:txBody>
      </p:sp>
      <p:pic>
        <p:nvPicPr>
          <p:cNvPr id="52" name="Picture 51" descr="富士通.png"/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1119776" y="4865914"/>
            <a:ext cx="747426" cy="378822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457200" y="5244737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富士通</a:t>
            </a:r>
          </a:p>
        </p:txBody>
      </p:sp>
      <p:pic>
        <p:nvPicPr>
          <p:cNvPr id="54" name="Picture 53" descr="日本郵政.png"/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3616949" y="4865914"/>
            <a:ext cx="355438" cy="378822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2758379" y="5244737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日本郵政</a:t>
            </a:r>
          </a:p>
        </p:txBody>
      </p:sp>
      <p:pic>
        <p:nvPicPr>
          <p:cNvPr id="56" name="Picture 55" descr="日立製作所.png"/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5104703" y="4865914"/>
            <a:ext cx="1982288" cy="378822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5059558" y="5244737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日立製作所</a:t>
            </a:r>
          </a:p>
        </p:txBody>
      </p:sp>
      <p:pic>
        <p:nvPicPr>
          <p:cNvPr id="58" name="Picture 57" descr="村田製作所.png"/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7889733" y="4865914"/>
            <a:ext cx="1014586" cy="378822"/>
          </a:xfrm>
          <a:prstGeom prst="rect">
            <a:avLst/>
          </a:prstGeom>
        </p:spPr>
      </p:pic>
      <p:sp>
        <p:nvSpPr>
          <p:cNvPr id="59" name="TextBox 58"/>
          <p:cNvSpPr txBox="1"/>
          <p:nvPr/>
        </p:nvSpPr>
        <p:spPr>
          <a:xfrm>
            <a:off x="7360737" y="5244737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村田製作所</a:t>
            </a:r>
          </a:p>
        </p:txBody>
      </p:sp>
      <p:pic>
        <p:nvPicPr>
          <p:cNvPr id="60" name="Picture 59" descr="東京ガス.png"/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9790609" y="4865914"/>
            <a:ext cx="1815192" cy="378822"/>
          </a:xfrm>
          <a:prstGeom prst="rect">
            <a:avLst/>
          </a:prstGeom>
        </p:spPr>
      </p:pic>
      <p:sp>
        <p:nvSpPr>
          <p:cNvPr id="61" name="TextBox 60"/>
          <p:cNvSpPr txBox="1"/>
          <p:nvPr/>
        </p:nvSpPr>
        <p:spPr>
          <a:xfrm>
            <a:off x="9661916" y="5244737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東京ガス</a:t>
            </a:r>
          </a:p>
        </p:txBody>
      </p:sp>
      <p:pic>
        <p:nvPicPr>
          <p:cNvPr id="62" name="Picture 61" descr="楽天グループ.png"/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916948" y="5747657"/>
            <a:ext cx="1153083" cy="378822"/>
          </a:xfrm>
          <a:prstGeom prst="rect">
            <a:avLst/>
          </a:prstGeom>
        </p:spPr>
      </p:pic>
      <p:sp>
        <p:nvSpPr>
          <p:cNvPr id="63" name="TextBox 62"/>
          <p:cNvSpPr txBox="1"/>
          <p:nvPr/>
        </p:nvSpPr>
        <p:spPr>
          <a:xfrm>
            <a:off x="457200" y="612648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楽天グループ</a:t>
            </a:r>
          </a:p>
        </p:txBody>
      </p:sp>
      <p:pic>
        <p:nvPicPr>
          <p:cNvPr id="64" name="Picture 63" descr="花王.png"/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3460706" y="5747657"/>
            <a:ext cx="667924" cy="378822"/>
          </a:xfrm>
          <a:prstGeom prst="rect">
            <a:avLst/>
          </a:prstGeom>
        </p:spPr>
      </p:pic>
      <p:sp>
        <p:nvSpPr>
          <p:cNvPr id="65" name="TextBox 64"/>
          <p:cNvSpPr txBox="1"/>
          <p:nvPr/>
        </p:nvSpPr>
        <p:spPr>
          <a:xfrm>
            <a:off x="2758379" y="612648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花王</a:t>
            </a:r>
          </a:p>
        </p:txBody>
      </p:sp>
      <p:pic>
        <p:nvPicPr>
          <p:cNvPr id="66" name="Picture 65" descr="資生堂.png"/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5149714" y="5747657"/>
            <a:ext cx="1892266" cy="378822"/>
          </a:xfrm>
          <a:prstGeom prst="rect">
            <a:avLst/>
          </a:prstGeom>
        </p:spPr>
      </p:pic>
      <p:sp>
        <p:nvSpPr>
          <p:cNvPr id="67" name="TextBox 66"/>
          <p:cNvSpPr txBox="1"/>
          <p:nvPr/>
        </p:nvSpPr>
        <p:spPr>
          <a:xfrm>
            <a:off x="5059558" y="612648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資生堂</a:t>
            </a:r>
          </a:p>
        </p:txBody>
      </p:sp>
      <p:pic>
        <p:nvPicPr>
          <p:cNvPr id="68" name="Picture 67" descr="野村ホールディングス.png"/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7486429" y="5747657"/>
            <a:ext cx="1821195" cy="378822"/>
          </a:xfrm>
          <a:prstGeom prst="rect">
            <a:avLst/>
          </a:prstGeom>
        </p:spPr>
      </p:pic>
      <p:sp>
        <p:nvSpPr>
          <p:cNvPr id="69" name="TextBox 68"/>
          <p:cNvSpPr txBox="1"/>
          <p:nvPr/>
        </p:nvSpPr>
        <p:spPr>
          <a:xfrm>
            <a:off x="7360737" y="612648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野村ホールディングス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