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DD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50838"/>
            <a:ext cx="2072578" cy="96720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20116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KDDI</a:t>
            </a:r>
          </a:p>
        </p:txBody>
      </p:sp>
      <p:pic>
        <p:nvPicPr>
          <p:cNvPr id="4" name="Picture 3" descr="N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8379" y="928816"/>
            <a:ext cx="2072579" cy="6112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58379" y="20116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NEC</a:t>
            </a:r>
          </a:p>
        </p:txBody>
      </p:sp>
      <p:pic>
        <p:nvPicPr>
          <p:cNvPr id="6" name="Picture 5" descr="NTTデータ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9558" y="988572"/>
            <a:ext cx="2072579" cy="4917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59558" y="20116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NTTデータ</a:t>
            </a:r>
          </a:p>
        </p:txBody>
      </p:sp>
      <p:pic>
        <p:nvPicPr>
          <p:cNvPr id="8" name="Picture 7" descr="オリンパス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0737" y="1005898"/>
            <a:ext cx="2072579" cy="45708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60737" y="20116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オリンパス</a:t>
            </a:r>
          </a:p>
        </p:txBody>
      </p:sp>
      <p:pic>
        <p:nvPicPr>
          <p:cNvPr id="10" name="Picture 9" descr="セブン&amp;アイ・ホールディングス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61916" y="1018038"/>
            <a:ext cx="2072579" cy="43280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61916" y="20116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セブン&amp;アイ・ホールディングス</a:t>
            </a:r>
          </a:p>
        </p:txBody>
      </p:sp>
      <p:pic>
        <p:nvPicPr>
          <p:cNvPr id="12" name="Picture 11" descr="ソニーグループ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3075035"/>
            <a:ext cx="2072579" cy="43361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40690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ソニーグループ</a:t>
            </a:r>
          </a:p>
        </p:txBody>
      </p:sp>
      <p:pic>
        <p:nvPicPr>
          <p:cNvPr id="14" name="Picture 13" descr="ダイキン工業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58379" y="3042246"/>
            <a:ext cx="2072578" cy="49918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58379" y="40690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ダイキン工業</a:t>
            </a:r>
          </a:p>
        </p:txBody>
      </p:sp>
      <p:pic>
        <p:nvPicPr>
          <p:cNvPr id="16" name="Picture 15" descr="トヨタ自動車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59558" y="2571953"/>
            <a:ext cx="2072578" cy="143977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59558" y="40690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トヨタ自動車</a:t>
            </a:r>
          </a:p>
        </p:txBody>
      </p:sp>
      <p:pic>
        <p:nvPicPr>
          <p:cNvPr id="18" name="Picture 17" descr="ファーストリテイリング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60737" y="2770072"/>
            <a:ext cx="2072579" cy="10435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60737" y="40690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ファーストリテイリング</a:t>
            </a:r>
          </a:p>
        </p:txBody>
      </p:sp>
      <p:pic>
        <p:nvPicPr>
          <p:cNvPr id="20" name="Picture 19" descr="三井住友銀行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61916" y="2980144"/>
            <a:ext cx="2072579" cy="62339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661916" y="40690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三井住友銀行</a:t>
            </a:r>
          </a:p>
        </p:txBody>
      </p:sp>
      <p:pic>
        <p:nvPicPr>
          <p:cNvPr id="22" name="Picture 21" descr="富士通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4824011"/>
            <a:ext cx="2072579" cy="105045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富士通</a:t>
            </a:r>
          </a:p>
        </p:txBody>
      </p:sp>
      <p:pic>
        <p:nvPicPr>
          <p:cNvPr id="24" name="Picture 23" descr="楽天グループ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758379" y="5008788"/>
            <a:ext cx="2072579" cy="68090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758379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楽天グループ</a:t>
            </a:r>
          </a:p>
        </p:txBody>
      </p:sp>
      <p:pic>
        <p:nvPicPr>
          <p:cNvPr id="26" name="Picture 25" descr="資生堂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59558" y="5141780"/>
            <a:ext cx="2072579" cy="41492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59558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資生堂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