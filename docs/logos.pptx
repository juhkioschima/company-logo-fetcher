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アサヒグループ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08" y="457200"/>
            <a:ext cx="532994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2" name="Picture 11" descr="オリエンタルランド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1886" y="1338943"/>
            <a:ext cx="723207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4" name="Picture 13" descr="オリンパ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5811" y="1338943"/>
            <a:ext cx="1717715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6" name="Picture 15" descr="キーエン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3855" y="1338943"/>
            <a:ext cx="1763984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8" name="Picture 17" descr="コマ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1146" y="1338943"/>
            <a:ext cx="1731761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0" name="Picture 19" descr="セコム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7791" y="1338943"/>
            <a:ext cx="980828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2" name="Picture 21" descr="セブン&amp;アイ・ホールディング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3964" y="2220686"/>
            <a:ext cx="419051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4" name="Picture 23" descr="ソニーグループ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9317" y="2220686"/>
            <a:ext cx="1810703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6" name="Picture 25" descr="ダイキン工業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9430" y="2220686"/>
            <a:ext cx="1572834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8" name="Picture 27" descr="トヨタ自動車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4366" y="2220686"/>
            <a:ext cx="545321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0" name="Picture 29" descr="パナソニック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2221681"/>
            <a:ext cx="2072578" cy="3768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2" name="Picture 31" descr="ファーストリテイリング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297" y="3102429"/>
            <a:ext cx="752384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4" name="Picture 33" descr="ホンダ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8379" y="3125805"/>
            <a:ext cx="2072578" cy="33207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6" name="Picture 35" descr="リクルート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4691" y="3102429"/>
            <a:ext cx="1302312" cy="378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38" name="Picture 37" descr="三井住友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67295" y="3102429"/>
            <a:ext cx="1259463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0" name="Picture 39" descr="三菱電機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5401" y="3102429"/>
            <a:ext cx="1165608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2" name="Picture 41" descr="任天堂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698" y="3984171"/>
            <a:ext cx="1375583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4" name="Picture 43" descr="伊藤忠商事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7669" y="3984171"/>
            <a:ext cx="873998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46" name="Picture 45" descr="信越化学工業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38341" y="3984171"/>
            <a:ext cx="715012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48" name="Picture 47" descr="味の素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4005536"/>
            <a:ext cx="2072579" cy="3360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0" name="Picture 49" descr="大和ハウス工業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60804" y="3984171"/>
            <a:ext cx="47480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2" name="Picture 51" descr="富士通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19776" y="4865914"/>
            <a:ext cx="747426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4" name="Picture 53" descr="日本郵政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16949" y="4865914"/>
            <a:ext cx="355438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6" name="Picture 55" descr="日立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04703" y="4865914"/>
            <a:ext cx="198228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8" name="Picture 57" descr="村田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89733" y="4865914"/>
            <a:ext cx="1014586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790609" y="4865914"/>
            <a:ext cx="1815192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