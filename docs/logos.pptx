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24" y="457200"/>
            <a:ext cx="94730" cy="581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1538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AWS</a:t>
            </a:r>
          </a:p>
        </p:txBody>
      </p:sp>
      <p:pic>
        <p:nvPicPr>
          <p:cNvPr id="4" name="Picture 3" descr="Chr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00" y="457200"/>
            <a:ext cx="191737" cy="581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8379" y="51538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Chrome</a:t>
            </a:r>
          </a:p>
        </p:txBody>
      </p:sp>
      <p:pic>
        <p:nvPicPr>
          <p:cNvPr id="6" name="Picture 5" descr="Datab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71" y="457200"/>
            <a:ext cx="101153" cy="58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59558" y="51538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Databric</a:t>
            </a:r>
          </a:p>
        </p:txBody>
      </p:sp>
      <p:pic>
        <p:nvPicPr>
          <p:cNvPr id="8" name="Picture 7" descr="Dpr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381" y="457200"/>
            <a:ext cx="47291" cy="581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0737" y="51538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Dprime</a:t>
            </a:r>
          </a:p>
        </p:txBody>
      </p:sp>
      <p:pic>
        <p:nvPicPr>
          <p:cNvPr id="10" name="Picture 9" descr="Gemi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4043" y="457200"/>
            <a:ext cx="148325" cy="581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61916" y="51538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Gemini</a:t>
            </a:r>
          </a:p>
        </p:txBody>
      </p:sp>
      <p:pic>
        <p:nvPicPr>
          <p:cNvPr id="12" name="Picture 11" descr="Goo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5011" y="1018309"/>
            <a:ext cx="56956" cy="581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076498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Google</a:t>
            </a:r>
          </a:p>
        </p:txBody>
      </p:sp>
      <p:pic>
        <p:nvPicPr>
          <p:cNvPr id="14" name="Picture 13" descr="Insta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2143" y="1018309"/>
            <a:ext cx="305051" cy="581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58379" y="1076498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Instacart</a:t>
            </a:r>
          </a:p>
        </p:txBody>
      </p:sp>
      <p:pic>
        <p:nvPicPr>
          <p:cNvPr id="16" name="Picture 15" descr="KDD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3502" y="1018309"/>
            <a:ext cx="124690" cy="581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59558" y="1076498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KDDI</a:t>
            </a:r>
          </a:p>
        </p:txBody>
      </p:sp>
      <p:pic>
        <p:nvPicPr>
          <p:cNvPr id="18" name="Picture 17" descr="KF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8031" y="1018309"/>
            <a:ext cx="177990" cy="581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60737" y="1076498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KFC</a:t>
            </a:r>
          </a:p>
        </p:txBody>
      </p:sp>
      <p:pic>
        <p:nvPicPr>
          <p:cNvPr id="20" name="Picture 19" descr="LI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9083" y="1018309"/>
            <a:ext cx="58245" cy="5818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61916" y="1076498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LINE</a:t>
            </a:r>
          </a:p>
        </p:txBody>
      </p:sp>
      <p:pic>
        <p:nvPicPr>
          <p:cNvPr id="22" name="Picture 21" descr="Met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0149" y="1579418"/>
            <a:ext cx="246681" cy="581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1637607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Meta</a:t>
            </a:r>
          </a:p>
        </p:txBody>
      </p:sp>
      <p:pic>
        <p:nvPicPr>
          <p:cNvPr id="24" name="Picture 23" descr="NE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6017" y="1579418"/>
            <a:ext cx="197303" cy="5818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58379" y="1637607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NEC</a:t>
            </a:r>
          </a:p>
        </p:txBody>
      </p:sp>
      <p:pic>
        <p:nvPicPr>
          <p:cNvPr id="26" name="Picture 25" descr="NTTデータ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3219" y="1579418"/>
            <a:ext cx="245256" cy="581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59558" y="1637607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NTTデータ</a:t>
            </a:r>
          </a:p>
        </p:txBody>
      </p:sp>
      <p:pic>
        <p:nvPicPr>
          <p:cNvPr id="28" name="Picture 27" descr="OpenAI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7541" y="1579418"/>
            <a:ext cx="58971" cy="5818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60737" y="1637607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OpenAI</a:t>
            </a:r>
          </a:p>
        </p:txBody>
      </p:sp>
      <p:pic>
        <p:nvPicPr>
          <p:cNvPr id="30" name="Picture 29" descr="Qwe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9111" y="1579418"/>
            <a:ext cx="58189" cy="5818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61916" y="1637607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Qwen</a:t>
            </a:r>
          </a:p>
        </p:txBody>
      </p:sp>
      <p:pic>
        <p:nvPicPr>
          <p:cNvPr id="32" name="Picture 31" descr="Salesforc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52565" y="2140527"/>
            <a:ext cx="81848" cy="5818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2198716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Salesforce</a:t>
            </a:r>
          </a:p>
        </p:txBody>
      </p:sp>
      <p:pic>
        <p:nvPicPr>
          <p:cNvPr id="34" name="Picture 33" descr="Snowflak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85936" y="2140527"/>
            <a:ext cx="217465" cy="5818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58379" y="2198716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Snowflake</a:t>
            </a:r>
          </a:p>
        </p:txBody>
      </p:sp>
      <p:pic>
        <p:nvPicPr>
          <p:cNvPr id="36" name="Picture 35" descr="SyncM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75534" y="2140527"/>
            <a:ext cx="240627" cy="5818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59558" y="2198716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SyncMe</a:t>
            </a:r>
          </a:p>
        </p:txBody>
      </p:sp>
      <p:pic>
        <p:nvPicPr>
          <p:cNvPr id="38" name="Picture 37" descr="ahamo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3463" y="2140527"/>
            <a:ext cx="107127" cy="5818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60737" y="2198716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ahamo</a:t>
            </a:r>
          </a:p>
        </p:txBody>
      </p:sp>
      <p:pic>
        <p:nvPicPr>
          <p:cNvPr id="40" name="Picture 39" descr="dポイント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75608" y="2140527"/>
            <a:ext cx="45195" cy="5818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61916" y="2198716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dポイント</a:t>
            </a:r>
          </a:p>
        </p:txBody>
      </p:sp>
      <p:pic>
        <p:nvPicPr>
          <p:cNvPr id="42" name="Picture 41" descr="dマガジン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64300" y="2701636"/>
            <a:ext cx="58378" cy="5818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200" y="2759825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dマガジン</a:t>
            </a:r>
          </a:p>
        </p:txBody>
      </p:sp>
      <p:pic>
        <p:nvPicPr>
          <p:cNvPr id="44" name="Picture 43" descr="d払い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02431" y="2701636"/>
            <a:ext cx="184475" cy="5818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58379" y="2759825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d払い</a:t>
            </a:r>
          </a:p>
        </p:txBody>
      </p:sp>
      <p:pic>
        <p:nvPicPr>
          <p:cNvPr id="46" name="Picture 45" descr="アサヒグループホールディングス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54912" y="2701636"/>
            <a:ext cx="81870" cy="5818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59558" y="2759825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アサヒグループホールディングス</a:t>
            </a:r>
          </a:p>
        </p:txBody>
      </p:sp>
      <p:pic>
        <p:nvPicPr>
          <p:cNvPr id="48" name="Picture 47" descr="オリエンタルランド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1482" y="2701636"/>
            <a:ext cx="111088" cy="5818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60737" y="2759825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オリエンタルランド</a:t>
            </a:r>
          </a:p>
        </p:txBody>
      </p:sp>
      <p:pic>
        <p:nvPicPr>
          <p:cNvPr id="50" name="Picture 49" descr="オリンパス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66281" y="2701636"/>
            <a:ext cx="263849" cy="5818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661916" y="2759825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オリンパス</a:t>
            </a:r>
          </a:p>
        </p:txBody>
      </p:sp>
      <p:pic>
        <p:nvPicPr>
          <p:cNvPr id="52" name="Picture 51" descr="キーエンス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8011" y="3262745"/>
            <a:ext cx="270956" cy="5818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57200" y="3320934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キーエンス</a:t>
            </a:r>
          </a:p>
        </p:txBody>
      </p:sp>
      <p:pic>
        <p:nvPicPr>
          <p:cNvPr id="54" name="Picture 53" descr="コマツ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61665" y="3262745"/>
            <a:ext cx="266007" cy="5818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758379" y="3320934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コマツ</a:t>
            </a:r>
          </a:p>
        </p:txBody>
      </p:sp>
      <p:pic>
        <p:nvPicPr>
          <p:cNvPr id="56" name="Picture 55" descr="セコム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20517" y="3262745"/>
            <a:ext cx="150660" cy="581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59558" y="3320934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セコム</a:t>
            </a:r>
          </a:p>
        </p:txBody>
      </p:sp>
      <p:pic>
        <p:nvPicPr>
          <p:cNvPr id="58" name="Picture 57" descr="セブン&amp;アイ・ホールディングス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64842" y="3262745"/>
            <a:ext cx="64368" cy="5818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60737" y="3320934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セブン&amp;アイ・ホールディングス</a:t>
            </a:r>
          </a:p>
        </p:txBody>
      </p:sp>
      <p:pic>
        <p:nvPicPr>
          <p:cNvPr id="60" name="Picture 59" descr="ソニーグループ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59139" y="3262745"/>
            <a:ext cx="278133" cy="5818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661916" y="3320934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ソニーグループ</a:t>
            </a:r>
          </a:p>
        </p:txBody>
      </p:sp>
      <p:pic>
        <p:nvPicPr>
          <p:cNvPr id="62" name="Picture 61" descr="ダイキン工業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72692" y="3823854"/>
            <a:ext cx="241595" cy="5818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57200" y="3882043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ダイキン工業</a:t>
            </a:r>
          </a:p>
        </p:txBody>
      </p:sp>
      <p:pic>
        <p:nvPicPr>
          <p:cNvPr id="64" name="Picture 63" descr="トヨタ自動車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52786" y="3823854"/>
            <a:ext cx="83764" cy="5818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758379" y="3882043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トヨタ自動車</a:t>
            </a:r>
          </a:p>
        </p:txBody>
      </p:sp>
      <p:pic>
        <p:nvPicPr>
          <p:cNvPr id="66" name="Picture 65" descr="ドコモの銀行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00563" y="3823854"/>
            <a:ext cx="190569" cy="5818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59558" y="3882043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ドコモの銀行</a:t>
            </a:r>
          </a:p>
        </p:txBody>
      </p:sp>
      <p:pic>
        <p:nvPicPr>
          <p:cNvPr id="68" name="Picture 67" descr="ドコモ光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04372" y="3823854"/>
            <a:ext cx="185309" cy="58189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360737" y="3882043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ドコモ光</a:t>
            </a:r>
          </a:p>
        </p:txBody>
      </p:sp>
      <p:pic>
        <p:nvPicPr>
          <p:cNvPr id="70" name="Picture 69" descr="パナソニック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538186" y="3823854"/>
            <a:ext cx="320039" cy="58189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9661916" y="3882043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パナソニック</a:t>
            </a:r>
          </a:p>
        </p:txBody>
      </p:sp>
      <p:pic>
        <p:nvPicPr>
          <p:cNvPr id="72" name="Picture 71" descr="ファーストリテイリング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35705" y="4384963"/>
            <a:ext cx="115569" cy="5818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57200" y="4443152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ファーストリテイリング</a:t>
            </a:r>
          </a:p>
        </p:txBody>
      </p:sp>
      <p:pic>
        <p:nvPicPr>
          <p:cNvPr id="74" name="Picture 73" descr="ホンダ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613078" y="4384963"/>
            <a:ext cx="363180" cy="5818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758379" y="4443152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ホンダ</a:t>
            </a:r>
          </a:p>
        </p:txBody>
      </p:sp>
      <p:pic>
        <p:nvPicPr>
          <p:cNvPr id="76" name="Picture 75" descr="リクルートホールディングス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995827" y="4384963"/>
            <a:ext cx="200041" cy="5818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059558" y="4443152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リクルートホールディングス</a:t>
            </a:r>
          </a:p>
        </p:txBody>
      </p:sp>
      <p:pic>
        <p:nvPicPr>
          <p:cNvPr id="78" name="Picture 77" descr="三井住友銀行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00297" y="4384963"/>
            <a:ext cx="193459" cy="5818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360737" y="4443152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三井住友銀行</a:t>
            </a:r>
          </a:p>
        </p:txBody>
      </p:sp>
      <p:pic>
        <p:nvPicPr>
          <p:cNvPr id="80" name="Picture 79" descr="三菱電機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608684" y="4384963"/>
            <a:ext cx="179043" cy="58189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661916" y="4443152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三菱電機</a:t>
            </a:r>
          </a:p>
        </p:txBody>
      </p:sp>
      <p:pic>
        <p:nvPicPr>
          <p:cNvPr id="82" name="Picture 81" descr="任天堂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387841" y="4946072"/>
            <a:ext cx="211296" cy="5818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57200" y="5004261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任天堂</a:t>
            </a:r>
          </a:p>
        </p:txBody>
      </p:sp>
      <p:pic>
        <p:nvPicPr>
          <p:cNvPr id="84" name="Picture 83" descr="味の素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615252" y="4946072"/>
            <a:ext cx="358832" cy="58189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758379" y="5004261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味の素</a:t>
            </a:r>
          </a:p>
        </p:txBody>
      </p:sp>
      <p:pic>
        <p:nvPicPr>
          <p:cNvPr id="86" name="Picture 85" descr="大和ハウス工業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059381" y="4946072"/>
            <a:ext cx="72932" cy="58189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059558" y="5004261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大和ハウス工業</a:t>
            </a:r>
          </a:p>
        </p:txBody>
      </p:sp>
      <p:pic>
        <p:nvPicPr>
          <p:cNvPr id="88" name="Picture 87" descr="富士通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339622" y="4946072"/>
            <a:ext cx="114808" cy="58189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60737" y="5004261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富士通</a:t>
            </a:r>
          </a:p>
        </p:txBody>
      </p:sp>
      <p:pic>
        <p:nvPicPr>
          <p:cNvPr id="90" name="Picture 89" descr="日本郵政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70907" y="4946072"/>
            <a:ext cx="54597" cy="5818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661916" y="5004261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日本郵政</a:t>
            </a:r>
          </a:p>
        </p:txBody>
      </p:sp>
      <p:pic>
        <p:nvPicPr>
          <p:cNvPr id="92" name="Picture 91" descr="日立製作所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341245" y="5507181"/>
            <a:ext cx="304489" cy="58189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57200" y="5565370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日立製作所</a:t>
            </a:r>
          </a:p>
        </p:txBody>
      </p:sp>
      <p:pic>
        <p:nvPicPr>
          <p:cNvPr id="94" name="Picture 93" descr="東京ガス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655257" y="5507181"/>
            <a:ext cx="278822" cy="58189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758379" y="5565370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東京ガス</a:t>
            </a:r>
          </a:p>
        </p:txBody>
      </p:sp>
      <p:pic>
        <p:nvPicPr>
          <p:cNvPr id="96" name="Picture 95" descr="楽天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06350" y="5507181"/>
            <a:ext cx="178994" cy="58189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5059558" y="5565370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楽天</a:t>
            </a:r>
          </a:p>
        </p:txBody>
      </p:sp>
      <p:pic>
        <p:nvPicPr>
          <p:cNvPr id="98" name="Picture 97" descr="楽天グループ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308467" y="5507181"/>
            <a:ext cx="177119" cy="5818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360737" y="5565370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楽天グループ</a:t>
            </a:r>
          </a:p>
        </p:txBody>
      </p:sp>
      <p:pic>
        <p:nvPicPr>
          <p:cNvPr id="100" name="Picture 99" descr="花王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646907" y="5507181"/>
            <a:ext cx="102596" cy="5818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661916" y="5565370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花王</a:t>
            </a:r>
          </a:p>
        </p:txBody>
      </p:sp>
      <p:pic>
        <p:nvPicPr>
          <p:cNvPr id="102" name="Picture 101" descr="資生堂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348159" y="6068290"/>
            <a:ext cx="290661" cy="58189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457200" y="612647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資生堂</a:t>
            </a:r>
          </a:p>
        </p:txBody>
      </p:sp>
      <p:pic>
        <p:nvPicPr>
          <p:cNvPr id="104" name="Picture 103" descr="野村ホールディングス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654796" y="6068290"/>
            <a:ext cx="279744" cy="58189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2758379" y="6126479"/>
            <a:ext cx="2072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404040"/>
                </a:solidFill>
              </a:rPr>
              <a:t>野村ホールディングス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