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image" Target="../media/image26.png"/><Relationship Id="rId28" Type="http://schemas.openxmlformats.org/officeDocument/2006/relationships/image" Target="../media/image27.png"/><Relationship Id="rId29" Type="http://schemas.openxmlformats.org/officeDocument/2006/relationships/image" Target="../media/image28.png"/><Relationship Id="rId30" Type="http://schemas.openxmlformats.org/officeDocument/2006/relationships/image" Target="../media/image29.png"/><Relationship Id="rId31" Type="http://schemas.openxmlformats.org/officeDocument/2006/relationships/image" Target="../media/image30.png"/><Relationship Id="rId32" Type="http://schemas.openxmlformats.org/officeDocument/2006/relationships/image" Target="../media/image31.png"/><Relationship Id="rId33" Type="http://schemas.openxmlformats.org/officeDocument/2006/relationships/image" Target="../media/image32.png"/><Relationship Id="rId34" Type="http://schemas.openxmlformats.org/officeDocument/2006/relationships/image" Target="../media/image33.png"/><Relationship Id="rId35" Type="http://schemas.openxmlformats.org/officeDocument/2006/relationships/image" Target="../media/image34.png"/><Relationship Id="rId36" Type="http://schemas.openxmlformats.org/officeDocument/2006/relationships/image" Target="../media/image35.png"/><Relationship Id="rId37" Type="http://schemas.openxmlformats.org/officeDocument/2006/relationships/image" Target="../media/image36.png"/><Relationship Id="rId38" Type="http://schemas.openxmlformats.org/officeDocument/2006/relationships/image" Target="../media/image37.png"/><Relationship Id="rId39" Type="http://schemas.openxmlformats.org/officeDocument/2006/relationships/image" Target="../media/image38.png"/><Relationship Id="rId40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R東日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262" y="457200"/>
            <a:ext cx="452455" cy="2686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JR東日本</a:t>
            </a:r>
          </a:p>
        </p:txBody>
      </p:sp>
      <p:pic>
        <p:nvPicPr>
          <p:cNvPr id="4" name="Picture 3" descr="KDD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6877" y="457200"/>
            <a:ext cx="575582" cy="2686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58379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KDDI</a:t>
            </a:r>
          </a:p>
        </p:txBody>
      </p:sp>
      <p:pic>
        <p:nvPicPr>
          <p:cNvPr id="6" name="Picture 5" descr="N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0464" y="457200"/>
            <a:ext cx="910766" cy="2686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59558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NEC</a:t>
            </a:r>
          </a:p>
        </p:txBody>
      </p:sp>
      <p:pic>
        <p:nvPicPr>
          <p:cNvPr id="8" name="Picture 7" descr="NTTデータ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0966" y="457200"/>
            <a:ext cx="1132120" cy="2686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60737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NTTデータ</a:t>
            </a:r>
          </a:p>
        </p:txBody>
      </p:sp>
      <p:pic>
        <p:nvPicPr>
          <p:cNvPr id="10" name="Picture 9" descr="Sync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2829" y="457200"/>
            <a:ext cx="1110753" cy="26860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61916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SyncMe</a:t>
            </a:r>
          </a:p>
        </p:txBody>
      </p:sp>
      <p:pic>
        <p:nvPicPr>
          <p:cNvPr id="12" name="Picture 11" descr="aham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6235" y="1228725"/>
            <a:ext cx="494508" cy="26860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ahamo</a:t>
            </a:r>
          </a:p>
        </p:txBody>
      </p:sp>
      <p:pic>
        <p:nvPicPr>
          <p:cNvPr id="14" name="Picture 13" descr="dポイント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90356" y="1228725"/>
            <a:ext cx="208625" cy="26860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58379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dポイント</a:t>
            </a:r>
          </a:p>
        </p:txBody>
      </p:sp>
      <p:pic>
        <p:nvPicPr>
          <p:cNvPr id="16" name="Picture 15" descr="dマガジン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61108" y="1228725"/>
            <a:ext cx="269479" cy="26860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59558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dマガジン</a:t>
            </a:r>
          </a:p>
        </p:txBody>
      </p:sp>
      <p:pic>
        <p:nvPicPr>
          <p:cNvPr id="18" name="Picture 17" descr="d払い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71250" y="1228725"/>
            <a:ext cx="851552" cy="26860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60737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d払い</a:t>
            </a:r>
          </a:p>
        </p:txBody>
      </p:sp>
      <p:pic>
        <p:nvPicPr>
          <p:cNvPr id="20" name="Picture 19" descr="アサヒグループホールディングス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09245" y="1228725"/>
            <a:ext cx="377920" cy="26860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61916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アサヒグループホールディングス</a:t>
            </a:r>
          </a:p>
        </p:txBody>
      </p:sp>
      <p:pic>
        <p:nvPicPr>
          <p:cNvPr id="22" name="Picture 21" descr="オリエンタルランド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37094" y="2000250"/>
            <a:ext cx="512791" cy="26860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オリエンタルランド</a:t>
            </a:r>
          </a:p>
        </p:txBody>
      </p:sp>
      <p:pic>
        <p:nvPicPr>
          <p:cNvPr id="24" name="Picture 23" descr="オリンパス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85694" y="2000250"/>
            <a:ext cx="1217949" cy="26860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58379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オリンパス</a:t>
            </a:r>
          </a:p>
        </p:txBody>
      </p:sp>
      <p:pic>
        <p:nvPicPr>
          <p:cNvPr id="26" name="Picture 25" descr="キーエンス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70469" y="2000250"/>
            <a:ext cx="1250756" cy="26860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59558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キーエンス</a:t>
            </a:r>
          </a:p>
        </p:txBody>
      </p:sp>
      <p:pic>
        <p:nvPicPr>
          <p:cNvPr id="28" name="Picture 27" descr="コマツ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783072" y="2000250"/>
            <a:ext cx="1227908" cy="26860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60737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コマツ</a:t>
            </a:r>
          </a:p>
        </p:txBody>
      </p:sp>
      <p:pic>
        <p:nvPicPr>
          <p:cNvPr id="30" name="Picture 29" descr="セコム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350477" y="2000250"/>
            <a:ext cx="695457" cy="26860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61916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セコム</a:t>
            </a:r>
          </a:p>
        </p:txBody>
      </p:sp>
      <p:pic>
        <p:nvPicPr>
          <p:cNvPr id="32" name="Picture 31" descr="セブン&amp;アイ・ホールディングス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344925" y="2771775"/>
            <a:ext cx="297129" cy="26860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7200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セブン&amp;アイ・ホールディングス</a:t>
            </a:r>
          </a:p>
        </p:txBody>
      </p:sp>
      <p:pic>
        <p:nvPicPr>
          <p:cNvPr id="34" name="Picture 33" descr="ソニーグループ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152727" y="2771775"/>
            <a:ext cx="1283882" cy="26860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758379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ソニーグループ</a:t>
            </a:r>
          </a:p>
        </p:txBody>
      </p:sp>
      <p:pic>
        <p:nvPicPr>
          <p:cNvPr id="36" name="Picture 35" descr="ダイキン工業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538237" y="2771775"/>
            <a:ext cx="1115220" cy="26860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59558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ダイキン工業</a:t>
            </a:r>
          </a:p>
        </p:txBody>
      </p:sp>
      <p:pic>
        <p:nvPicPr>
          <p:cNvPr id="38" name="Picture 37" descr="トヨタ自動車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203696" y="2771775"/>
            <a:ext cx="386661" cy="268605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60737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トヨタ自動車</a:t>
            </a:r>
          </a:p>
        </p:txBody>
      </p:sp>
      <p:pic>
        <p:nvPicPr>
          <p:cNvPr id="40" name="Picture 39" descr="ドコモの銀行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258365" y="2771775"/>
            <a:ext cx="879681" cy="268605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61916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ドコモの銀行</a:t>
            </a:r>
          </a:p>
        </p:txBody>
      </p:sp>
      <p:pic>
        <p:nvPicPr>
          <p:cNvPr id="42" name="Picture 41" descr="ドコモ光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65788" y="3543300"/>
            <a:ext cx="855403" cy="268605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57200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ドコモ光</a:t>
            </a:r>
          </a:p>
        </p:txBody>
      </p:sp>
      <p:pic>
        <p:nvPicPr>
          <p:cNvPr id="44" name="Picture 43" descr="パナソニック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056005" y="3543300"/>
            <a:ext cx="1477327" cy="268605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758379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パナソニック</a:t>
            </a:r>
          </a:p>
        </p:txBody>
      </p:sp>
      <p:pic>
        <p:nvPicPr>
          <p:cNvPr id="46" name="Picture 45" descr="ファーストリテイリング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829108" y="3543300"/>
            <a:ext cx="533479" cy="268605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9558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ファーストリテイリング</a:t>
            </a:r>
          </a:p>
        </p:txBody>
      </p:sp>
      <p:pic>
        <p:nvPicPr>
          <p:cNvPr id="48" name="Picture 47" descr="ホンダ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558794" y="3543300"/>
            <a:ext cx="1676465" cy="268605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60737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ホンダ</a:t>
            </a:r>
          </a:p>
        </p:txBody>
      </p:sp>
      <p:pic>
        <p:nvPicPr>
          <p:cNvPr id="50" name="Picture 49" descr="リクルートホールディングス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236502" y="3543300"/>
            <a:ext cx="923407" cy="268605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661916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リクルートホールディングス</a:t>
            </a:r>
          </a:p>
        </p:txBody>
      </p:sp>
      <p:pic>
        <p:nvPicPr>
          <p:cNvPr id="52" name="Picture 51" descr="三井住友銀行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46977" y="4314825"/>
            <a:ext cx="893024" cy="26860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57200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三井住友銀行</a:t>
            </a:r>
          </a:p>
        </p:txBody>
      </p:sp>
      <p:pic>
        <p:nvPicPr>
          <p:cNvPr id="54" name="Picture 53" descr="三菱電機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381430" y="4314825"/>
            <a:ext cx="826476" cy="268605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758379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三菱電機</a:t>
            </a:r>
          </a:p>
        </p:txBody>
      </p:sp>
      <p:pic>
        <p:nvPicPr>
          <p:cNvPr id="56" name="Picture 55" descr="任天堂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608167" y="4314825"/>
            <a:ext cx="975360" cy="268605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059558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任天堂</a:t>
            </a:r>
          </a:p>
        </p:txBody>
      </p:sp>
      <p:pic>
        <p:nvPicPr>
          <p:cNvPr id="58" name="Picture 57" descr="味の素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568828" y="4314825"/>
            <a:ext cx="1656397" cy="268605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360737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味の素</a:t>
            </a:r>
          </a:p>
        </p:txBody>
      </p:sp>
      <p:pic>
        <p:nvPicPr>
          <p:cNvPr id="60" name="Picture 59" descr="大和ハウス工業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0529875" y="4314825"/>
            <a:ext cx="336660" cy="268605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661916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大和ハウス工業</a:t>
            </a:r>
          </a:p>
        </p:txBody>
      </p:sp>
      <p:pic>
        <p:nvPicPr>
          <p:cNvPr id="62" name="Picture 61" descr="富士通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228507" y="5086350"/>
            <a:ext cx="529964" cy="268605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57200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富士通</a:t>
            </a:r>
          </a:p>
        </p:txBody>
      </p:sp>
      <p:pic>
        <p:nvPicPr>
          <p:cNvPr id="64" name="Picture 63" descr="日本郵政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668656" y="5086350"/>
            <a:ext cx="252024" cy="268605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2758379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日本郵政</a:t>
            </a:r>
          </a:p>
        </p:txBody>
      </p:sp>
      <p:pic>
        <p:nvPicPr>
          <p:cNvPr id="66" name="Picture 65" descr="日立製作所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393075" y="5086350"/>
            <a:ext cx="1405545" cy="268605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059558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日立製作所</a:t>
            </a:r>
          </a:p>
        </p:txBody>
      </p:sp>
      <p:pic>
        <p:nvPicPr>
          <p:cNvPr id="68" name="Picture 67" descr="東京ガス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7753494" y="5086350"/>
            <a:ext cx="1287065" cy="268605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360737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東京ガス</a:t>
            </a:r>
          </a:p>
        </p:txBody>
      </p:sp>
      <p:pic>
        <p:nvPicPr>
          <p:cNvPr id="70" name="Picture 69" descr="株式会社NTTドコモ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0440431" y="5086350"/>
            <a:ext cx="515548" cy="268605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9661916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株式会社NTTドコモ</a:t>
            </a:r>
          </a:p>
        </p:txBody>
      </p:sp>
      <p:pic>
        <p:nvPicPr>
          <p:cNvPr id="72" name="Picture 71" descr="楽天グループ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084692" y="5857875"/>
            <a:ext cx="817595" cy="268605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457200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楽天グループ</a:t>
            </a:r>
          </a:p>
        </p:txBody>
      </p:sp>
      <p:pic>
        <p:nvPicPr>
          <p:cNvPr id="74" name="Picture 73" descr="花王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557872" y="5857875"/>
            <a:ext cx="473593" cy="268605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2758379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花王</a:t>
            </a:r>
          </a:p>
        </p:txBody>
      </p:sp>
      <p:pic>
        <p:nvPicPr>
          <p:cNvPr id="76" name="Picture 75" descr="資生堂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5424990" y="5857875"/>
            <a:ext cx="1341714" cy="268605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5059558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資生堂</a:t>
            </a:r>
          </a:p>
        </p:txBody>
      </p:sp>
      <p:pic>
        <p:nvPicPr>
          <p:cNvPr id="78" name="Picture 77" descr="野村ホールディングス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7751366" y="5857875"/>
            <a:ext cx="1291321" cy="268605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7360737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野村ホールディングス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