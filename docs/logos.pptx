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32" y="457200"/>
            <a:ext cx="638114" cy="3788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8787" y="457200"/>
            <a:ext cx="811763" cy="378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3605" y="457200"/>
            <a:ext cx="1284485" cy="378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692" y="457200"/>
            <a:ext cx="1596668" cy="378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Sync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4939" y="457200"/>
            <a:ext cx="1566533" cy="3788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2" name="Picture 11" descr="アサヒグループホールディングス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6992" y="1338943"/>
            <a:ext cx="532994" cy="3788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14" name="Picture 13" descr="オリエンタルランド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3065" y="1338943"/>
            <a:ext cx="723207" cy="37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16" name="Picture 15" descr="オリンパス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6990" y="1338943"/>
            <a:ext cx="1717715" cy="378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8" name="Picture 17" descr="キーエンス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15034" y="1338943"/>
            <a:ext cx="1763984" cy="37882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20" name="Picture 19" descr="コマツ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32325" y="1338943"/>
            <a:ext cx="1731761" cy="37882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22" name="Picture 21" descr="セコム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3075" y="2220686"/>
            <a:ext cx="980828" cy="37882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24" name="Picture 23" descr="セブン&amp;アイ・ホールディングス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85143" y="2220686"/>
            <a:ext cx="419051" cy="37882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26" name="Picture 25" descr="ソニーグループ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90496" y="2220686"/>
            <a:ext cx="1810703" cy="3788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28" name="Picture 27" descr="ダイキン工業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10609" y="2220686"/>
            <a:ext cx="1572834" cy="37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30" name="Picture 29" descr="トヨタ自動車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425545" y="2220686"/>
            <a:ext cx="545321" cy="37882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32" name="Picture 31" descr="パナソニック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" y="3103424"/>
            <a:ext cx="2072578" cy="37683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34" name="Picture 33" descr="ファーストリテイリング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18476" y="3102429"/>
            <a:ext cx="752384" cy="37882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36" name="Picture 35" descr="ホンダ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59558" y="3125805"/>
            <a:ext cx="2072578" cy="33207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38" name="Picture 37" descr="リクルートホールディングス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745870" y="3102429"/>
            <a:ext cx="1302312" cy="37882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40" name="Picture 39" descr="三井住友銀行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068474" y="3102429"/>
            <a:ext cx="1259463" cy="37882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42" name="Picture 41" descr="三菱電機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10685" y="3984171"/>
            <a:ext cx="1165608" cy="37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44" name="Picture 43" descr="任天堂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106877" y="3984171"/>
            <a:ext cx="1375583" cy="37882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46" name="Picture 45" descr="味の素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59558" y="4005536"/>
            <a:ext cx="2072579" cy="336093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48" name="Picture 47" descr="大和ハウス工業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159625" y="3984171"/>
            <a:ext cx="474803" cy="37882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50" name="Picture 49" descr="富士通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324492" y="3984171"/>
            <a:ext cx="747426" cy="37882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52" name="Picture 51" descr="日本郵政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315770" y="4865914"/>
            <a:ext cx="355438" cy="37882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54" name="Picture 53" descr="日立製作所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803524" y="4865914"/>
            <a:ext cx="1982288" cy="37882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56" name="Picture 55" descr="村田製作所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588554" y="4865914"/>
            <a:ext cx="1014586" cy="37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58" name="Picture 57" descr="東京ガス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489430" y="4865914"/>
            <a:ext cx="1815192" cy="37882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60" name="Picture 59" descr="楽天グループ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121664" y="4865914"/>
            <a:ext cx="1153083" cy="37882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62" name="Picture 61" descr="花王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59527" y="5747657"/>
            <a:ext cx="667924" cy="37882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64" name="Picture 63" descr="資生堂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848535" y="5747657"/>
            <a:ext cx="1892266" cy="37882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66" name="Picture 65" descr="野村ホールディングス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85250" y="5747657"/>
            <a:ext cx="1821195" cy="37882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