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Relationship Id="rId27" Type="http://schemas.openxmlformats.org/officeDocument/2006/relationships/image" Target="../media/image26.png"/><Relationship Id="rId28" Type="http://schemas.openxmlformats.org/officeDocument/2006/relationships/image" Target="../media/image27.png"/><Relationship Id="rId29" Type="http://schemas.openxmlformats.org/officeDocument/2006/relationships/image" Target="../media/image28.png"/><Relationship Id="rId30" Type="http://schemas.openxmlformats.org/officeDocument/2006/relationships/image" Target="../media/image29.png"/><Relationship Id="rId31" Type="http://schemas.openxmlformats.org/officeDocument/2006/relationships/image" Target="../media/image30.png"/><Relationship Id="rId32" Type="http://schemas.openxmlformats.org/officeDocument/2006/relationships/image" Target="../media/image31.png"/><Relationship Id="rId33" Type="http://schemas.openxmlformats.org/officeDocument/2006/relationships/image" Target="../media/image32.png"/><Relationship Id="rId34" Type="http://schemas.openxmlformats.org/officeDocument/2006/relationships/image" Target="../media/image33.png"/><Relationship Id="rId35" Type="http://schemas.openxmlformats.org/officeDocument/2006/relationships/image" Target="../media/image34.png"/><Relationship Id="rId36" Type="http://schemas.openxmlformats.org/officeDocument/2006/relationships/image" Target="../media/image35.png"/><Relationship Id="rId37" Type="http://schemas.openxmlformats.org/officeDocument/2006/relationships/image" Target="../media/image36.png"/><Relationship Id="rId38" Type="http://schemas.openxmlformats.org/officeDocument/2006/relationships/image" Target="../media/image37.png"/><Relationship Id="rId39" Type="http://schemas.openxmlformats.org/officeDocument/2006/relationships/image" Target="../media/image38.png"/><Relationship Id="rId40" Type="http://schemas.openxmlformats.org/officeDocument/2006/relationships/image" Target="../media/image39.png"/><Relationship Id="rId41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hr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952" y="457200"/>
            <a:ext cx="885075" cy="26860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Chrome</a:t>
            </a:r>
          </a:p>
        </p:txBody>
      </p:sp>
      <p:pic>
        <p:nvPicPr>
          <p:cNvPr id="4" name="Picture 3" descr="Gemin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2329" y="457200"/>
            <a:ext cx="684679" cy="2686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Gemini</a:t>
            </a:r>
          </a:p>
        </p:txBody>
      </p:sp>
      <p:pic>
        <p:nvPicPr>
          <p:cNvPr id="6" name="Picture 5" descr="Goo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4390" y="457200"/>
            <a:ext cx="262914" cy="268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Google</a:t>
            </a:r>
          </a:p>
        </p:txBody>
      </p:sp>
      <p:pic>
        <p:nvPicPr>
          <p:cNvPr id="8" name="Picture 7" descr="KDDI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09235" y="457200"/>
            <a:ext cx="575582" cy="2686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10" name="Picture 9" descr="NE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2822" y="457200"/>
            <a:ext cx="910766" cy="26860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7258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12" name="Picture 11" descr="NTTデータ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7429" y="1228725"/>
            <a:ext cx="1132120" cy="2686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14" name="Picture 13" descr="SyncM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39292" y="1228725"/>
            <a:ext cx="1110753" cy="26860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SyncMe</a:t>
            </a:r>
          </a:p>
        </p:txBody>
      </p:sp>
      <p:pic>
        <p:nvPicPr>
          <p:cNvPr id="16" name="Picture 15" descr="aham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48593" y="1228725"/>
            <a:ext cx="494508" cy="26860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ahamo</a:t>
            </a:r>
          </a:p>
        </p:txBody>
      </p:sp>
      <p:pic>
        <p:nvPicPr>
          <p:cNvPr id="18" name="Picture 17" descr="dポイント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292714" y="1228725"/>
            <a:ext cx="208625" cy="26860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dポイント</a:t>
            </a:r>
          </a:p>
        </p:txBody>
      </p:sp>
      <p:pic>
        <p:nvPicPr>
          <p:cNvPr id="20" name="Picture 19" descr="dマガジン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63466" y="1228725"/>
            <a:ext cx="269479" cy="26860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14973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dマガジン</a:t>
            </a:r>
          </a:p>
        </p:txBody>
      </p:sp>
      <p:pic>
        <p:nvPicPr>
          <p:cNvPr id="22" name="Picture 21" descr="d払い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7713" y="2000250"/>
            <a:ext cx="851552" cy="268605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d払い</a:t>
            </a:r>
          </a:p>
        </p:txBody>
      </p:sp>
      <p:pic>
        <p:nvPicPr>
          <p:cNvPr id="24" name="Picture 23" descr="アサヒグループホールディングス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05708" y="2000250"/>
            <a:ext cx="377920" cy="26860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アサヒグループホールディングス</a:t>
            </a:r>
          </a:p>
        </p:txBody>
      </p:sp>
      <p:pic>
        <p:nvPicPr>
          <p:cNvPr id="26" name="Picture 25" descr="オリエンタルランド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839452" y="2000250"/>
            <a:ext cx="512791" cy="26860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オリエンタルランド</a:t>
            </a:r>
          </a:p>
        </p:txBody>
      </p:sp>
      <p:pic>
        <p:nvPicPr>
          <p:cNvPr id="28" name="Picture 27" descr="オリンパス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88052" y="2000250"/>
            <a:ext cx="1217949" cy="26860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30" name="Picture 29" descr="キーエンス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072827" y="2000250"/>
            <a:ext cx="1250756" cy="26860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22688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32" name="Picture 31" descr="コマツ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9535" y="2771775"/>
            <a:ext cx="1227908" cy="26860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34" name="Picture 33" descr="セコム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446940" y="2771775"/>
            <a:ext cx="695457" cy="26860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セコム</a:t>
            </a:r>
          </a:p>
        </p:txBody>
      </p:sp>
      <p:pic>
        <p:nvPicPr>
          <p:cNvPr id="36" name="Picture 35" descr="セブン&amp;アイ・ホールディングス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947283" y="2771775"/>
            <a:ext cx="297129" cy="26860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38" name="Picture 37" descr="ソニーグループ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755085" y="2771775"/>
            <a:ext cx="1283882" cy="268605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40" name="Picture 39" descr="ダイキン工業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40595" y="2771775"/>
            <a:ext cx="1115220" cy="268605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30403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42" name="Picture 41" descr="トヨタ自動車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00159" y="3543300"/>
            <a:ext cx="386661" cy="268605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44" name="Picture 43" descr="ドコモの銀行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354828" y="3543300"/>
            <a:ext cx="879681" cy="268605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ドコモの銀行</a:t>
            </a:r>
          </a:p>
        </p:txBody>
      </p:sp>
      <p:pic>
        <p:nvPicPr>
          <p:cNvPr id="46" name="Picture 45" descr="ドコモ光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668146" y="3543300"/>
            <a:ext cx="855403" cy="268605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ドコモ光</a:t>
            </a:r>
          </a:p>
        </p:txBody>
      </p:sp>
      <p:pic>
        <p:nvPicPr>
          <p:cNvPr id="48" name="Picture 47" descr="パナソニック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658363" y="3543300"/>
            <a:ext cx="1477327" cy="268605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50" name="Picture 49" descr="ファーストリテイリング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0431466" y="3543300"/>
            <a:ext cx="533479" cy="268605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9661916" y="381190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52" name="Picture 51" descr="ホンダ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655257" y="4314825"/>
            <a:ext cx="1676465" cy="268605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457200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ホンダ</a:t>
            </a:r>
          </a:p>
        </p:txBody>
      </p:sp>
      <p:pic>
        <p:nvPicPr>
          <p:cNvPr id="54" name="Picture 53" descr="リクルートホールディングス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3332965" y="4314825"/>
            <a:ext cx="923407" cy="268605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2758379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56" name="Picture 55" descr="三井住友銀行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5649335" y="4314825"/>
            <a:ext cx="893024" cy="268605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5059558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58" name="Picture 57" descr="三菱電機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7983788" y="4314825"/>
            <a:ext cx="826476" cy="268605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60737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三菱電機</a:t>
            </a:r>
          </a:p>
        </p:txBody>
      </p:sp>
      <p:pic>
        <p:nvPicPr>
          <p:cNvPr id="60" name="Picture 59" descr="任天堂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210525" y="4314825"/>
            <a:ext cx="975360" cy="268605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661916" y="458343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62" name="Picture 61" descr="味の素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665291" y="5086350"/>
            <a:ext cx="1656397" cy="268605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457200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64" name="Picture 63" descr="大和ハウス工業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3626338" y="5086350"/>
            <a:ext cx="336660" cy="268605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2758379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大和ハウス工業</a:t>
            </a:r>
          </a:p>
        </p:txBody>
      </p:sp>
      <p:pic>
        <p:nvPicPr>
          <p:cNvPr id="66" name="Picture 65" descr="富士通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5830865" y="5086350"/>
            <a:ext cx="529964" cy="268605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5059558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68" name="Picture 67" descr="日本郵政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271014" y="5086350"/>
            <a:ext cx="252024" cy="268605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7360737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70" name="Picture 69" descr="日立製作所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9995433" y="5086350"/>
            <a:ext cx="1405545" cy="268605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9661916" y="5354955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日立製作所</a:t>
            </a:r>
          </a:p>
        </p:txBody>
      </p:sp>
      <p:pic>
        <p:nvPicPr>
          <p:cNvPr id="72" name="Picture 71" descr="東京ガス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849957" y="5857875"/>
            <a:ext cx="1287065" cy="268605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74" name="Picture 73" descr="楽天グループ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3385871" y="5857875"/>
            <a:ext cx="817595" cy="268605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76" name="Picture 75" descr="花王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859051" y="5857875"/>
            <a:ext cx="473593" cy="268605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花王</a:t>
            </a:r>
          </a:p>
        </p:txBody>
      </p:sp>
      <p:pic>
        <p:nvPicPr>
          <p:cNvPr id="78" name="Picture 77" descr="資生堂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7726169" y="5857875"/>
            <a:ext cx="1341714" cy="268605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  <p:pic>
        <p:nvPicPr>
          <p:cNvPr id="80" name="Picture 79" descr="野村ホールディングス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052545" y="5857875"/>
            <a:ext cx="1291321" cy="268605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9661916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野村ホールディングス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