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62" y="457200"/>
            <a:ext cx="452455" cy="2686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877" y="457200"/>
            <a:ext cx="575582" cy="26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464" y="457200"/>
            <a:ext cx="910766" cy="268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66" y="457200"/>
            <a:ext cx="1132120" cy="2686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NTTドコモ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5478" y="457200"/>
            <a:ext cx="425454" cy="2686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NTTドコモ</a:t>
            </a:r>
          </a:p>
        </p:txBody>
      </p:sp>
      <p:pic>
        <p:nvPicPr>
          <p:cNvPr id="12" name="Picture 11" descr="Sync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113" y="1228725"/>
            <a:ext cx="1110753" cy="2686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4" name="Picture 13" descr="dアカウント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9364" y="1228725"/>
            <a:ext cx="270609" cy="2686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dアカウント</a:t>
            </a:r>
          </a:p>
        </p:txBody>
      </p:sp>
      <p:pic>
        <p:nvPicPr>
          <p:cNvPr id="16" name="Picture 15" descr="dポイント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535" y="1228725"/>
            <a:ext cx="208625" cy="2686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18" name="Picture 17" descr="アサヒグループホールディング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8066" y="1228725"/>
            <a:ext cx="377920" cy="268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0" name="Picture 19" descr="オリエンタルランド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1810" y="1228725"/>
            <a:ext cx="512791" cy="2686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2" name="Picture 21" descr="オリンパ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4515" y="2000250"/>
            <a:ext cx="1217949" cy="2686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24" name="Picture 23" descr="キーエン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69290" y="2000250"/>
            <a:ext cx="1250756" cy="268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6" name="Picture 25" descr="コマツ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1893" y="2000250"/>
            <a:ext cx="1227908" cy="26860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8" name="Picture 27" descr="セコム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49298" y="2000250"/>
            <a:ext cx="695457" cy="2686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0" name="Picture 29" descr="セブン&amp;アイ・ホールディングス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49641" y="2000250"/>
            <a:ext cx="297129" cy="2686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2" name="Picture 31" descr="ソニーグループ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1548" y="2771775"/>
            <a:ext cx="1283882" cy="2686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34" name="Picture 33" descr="ダイキン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7058" y="2771775"/>
            <a:ext cx="1115220" cy="2686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6" name="Picture 35" descr="トヨタ自動車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02517" y="2771775"/>
            <a:ext cx="386661" cy="2686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8" name="Picture 37" descr="ドコモの銀行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57186" y="2771775"/>
            <a:ext cx="879681" cy="26860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0" name="Picture 39" descr="パナソニック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959542" y="2771775"/>
            <a:ext cx="1477327" cy="2686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42" name="Picture 41" descr="ファーストリテイリング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6750" y="3543300"/>
            <a:ext cx="533479" cy="2686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44" name="Picture 43" descr="ホンダ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956436" y="3543300"/>
            <a:ext cx="1676465" cy="26860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46" name="Picture 45" descr="リクルートホールディングス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34144" y="3543300"/>
            <a:ext cx="923407" cy="26860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48" name="Picture 47" descr="三井住友銀行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950514" y="3543300"/>
            <a:ext cx="893024" cy="2686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50" name="Picture 49" descr="三菱電機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84967" y="3543300"/>
            <a:ext cx="826476" cy="26860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52" name="Picture 51" descr="任天堂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5809" y="4314825"/>
            <a:ext cx="975360" cy="26860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54" name="Picture 53" descr="味の素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966470" y="4314825"/>
            <a:ext cx="1656397" cy="26860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6" name="Picture 55" descr="大和ハウス工業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927517" y="4314825"/>
            <a:ext cx="336660" cy="26860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8" name="Picture 57" descr="富士通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32044" y="4314825"/>
            <a:ext cx="529964" cy="26860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60" name="Picture 59" descr="日本郵政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572193" y="4314825"/>
            <a:ext cx="252024" cy="26860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62" name="Picture 61" descr="日立製作所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90717" y="5086350"/>
            <a:ext cx="1405545" cy="26860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4" name="Picture 63" descr="村田製作所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34971" y="5086350"/>
            <a:ext cx="719394" cy="26860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6" name="Picture 65" descr="東京ガス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452315" y="5086350"/>
            <a:ext cx="1287065" cy="26860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8" name="Picture 67" descr="楽天グループ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988229" y="5086350"/>
            <a:ext cx="817595" cy="26860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70" name="Picture 69" descr="花王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61409" y="5086350"/>
            <a:ext cx="473593" cy="26860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72" name="Picture 71" descr="資生堂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22632" y="5857875"/>
            <a:ext cx="1341714" cy="26860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74" name="Picture 73" descr="野村ホールディングス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149008" y="5857875"/>
            <a:ext cx="1291321" cy="26860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