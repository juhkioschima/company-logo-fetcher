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0838"/>
            <a:ext cx="2072578" cy="96720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92881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98857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100589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セブン&amp;アイ・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1018038"/>
            <a:ext cx="2072579" cy="432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2" name="Picture 11" descr="ソニーグループ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075035"/>
            <a:ext cx="2072579" cy="433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4" name="Picture 13" descr="ダイキン工業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3042246"/>
            <a:ext cx="2072578" cy="4991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16" name="Picture 15" descr="トヨタ自動車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2571953"/>
            <a:ext cx="2072578" cy="14397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18" name="Picture 17" descr="パナソニック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3103424"/>
            <a:ext cx="2072578" cy="3768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0" name="Picture 19" descr="ファーストリテイリング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1916" y="2770072"/>
            <a:ext cx="2072579" cy="10435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2" name="Picture 21" descr="三井住友銀行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037544"/>
            <a:ext cx="2072579" cy="62339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24" name="Picture 23" descr="富士通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8379" y="4824011"/>
            <a:ext cx="2072579" cy="105045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26" name="Picture 25" descr="楽天グループ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5008788"/>
            <a:ext cx="2072579" cy="68090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28" name="Picture 27" descr="資生堂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5141780"/>
            <a:ext cx="2072579" cy="414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