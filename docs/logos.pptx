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Relationship Id="rId27" Type="http://schemas.openxmlformats.org/officeDocument/2006/relationships/image" Target="../media/image26.png"/><Relationship Id="rId28" Type="http://schemas.openxmlformats.org/officeDocument/2006/relationships/image" Target="../media/image27.png"/><Relationship Id="rId29" Type="http://schemas.openxmlformats.org/officeDocument/2006/relationships/image" Target="../media/image28.png"/><Relationship Id="rId30" Type="http://schemas.openxmlformats.org/officeDocument/2006/relationships/image" Target="../media/image29.png"/><Relationship Id="rId31" Type="http://schemas.openxmlformats.org/officeDocument/2006/relationships/image" Target="../media/image30.png"/><Relationship Id="rId32" Type="http://schemas.openxmlformats.org/officeDocument/2006/relationships/image" Target="../media/image31.png"/><Relationship Id="rId33" Type="http://schemas.openxmlformats.org/officeDocument/2006/relationships/image" Target="../media/image32.png"/><Relationship Id="rId34" Type="http://schemas.openxmlformats.org/officeDocument/2006/relationships/image" Target="../media/image33.png"/><Relationship Id="rId35" Type="http://schemas.openxmlformats.org/officeDocument/2006/relationships/image" Target="../media/image34.png"/><Relationship Id="rId36" Type="http://schemas.openxmlformats.org/officeDocument/2006/relationships/image" Target="../media/image35.png"/><Relationship Id="rId37" Type="http://schemas.openxmlformats.org/officeDocument/2006/relationships/image" Target="../media/image36.png"/><Relationship Id="rId38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JR東日本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262" y="457200"/>
            <a:ext cx="452455" cy="2686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258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JR東日本</a:t>
            </a:r>
          </a:p>
        </p:txBody>
      </p:sp>
      <p:pic>
        <p:nvPicPr>
          <p:cNvPr id="4" name="Picture 3" descr="KDD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6877" y="457200"/>
            <a:ext cx="575582" cy="2686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58379" y="7258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KDDI</a:t>
            </a:r>
          </a:p>
        </p:txBody>
      </p:sp>
      <p:pic>
        <p:nvPicPr>
          <p:cNvPr id="6" name="Picture 5" descr="NE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0464" y="457200"/>
            <a:ext cx="910766" cy="2686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59558" y="7258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NEC</a:t>
            </a:r>
          </a:p>
        </p:txBody>
      </p:sp>
      <p:pic>
        <p:nvPicPr>
          <p:cNvPr id="8" name="Picture 7" descr="NTTデータ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30966" y="457200"/>
            <a:ext cx="1132120" cy="2686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60737" y="7258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NTTデータ</a:t>
            </a:r>
          </a:p>
        </p:txBody>
      </p:sp>
      <p:pic>
        <p:nvPicPr>
          <p:cNvPr id="10" name="Picture 9" descr="NTTドコモ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75978" y="457200"/>
            <a:ext cx="1244454" cy="26860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61916" y="7258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NTTドコモ</a:t>
            </a:r>
          </a:p>
        </p:txBody>
      </p:sp>
      <p:pic>
        <p:nvPicPr>
          <p:cNvPr id="12" name="Picture 11" descr="SyncM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8113" y="1228725"/>
            <a:ext cx="1110753" cy="26860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14973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SyncMe</a:t>
            </a:r>
          </a:p>
        </p:txBody>
      </p:sp>
      <p:pic>
        <p:nvPicPr>
          <p:cNvPr id="14" name="Picture 13" descr="dアカウント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59364" y="1228725"/>
            <a:ext cx="270609" cy="26860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58379" y="14973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dアカウント</a:t>
            </a:r>
          </a:p>
        </p:txBody>
      </p:sp>
      <p:pic>
        <p:nvPicPr>
          <p:cNvPr id="16" name="Picture 15" descr="dポイント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91535" y="1228725"/>
            <a:ext cx="208625" cy="26860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59558" y="14973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dポイント</a:t>
            </a:r>
          </a:p>
        </p:txBody>
      </p:sp>
      <p:pic>
        <p:nvPicPr>
          <p:cNvPr id="18" name="Picture 17" descr="アサヒグループホールディングス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08066" y="1228725"/>
            <a:ext cx="377920" cy="26860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60737" y="14973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アサヒグループホールディングス</a:t>
            </a:r>
          </a:p>
        </p:txBody>
      </p:sp>
      <p:pic>
        <p:nvPicPr>
          <p:cNvPr id="20" name="Picture 19" descr="オリエンタルランド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41810" y="1228725"/>
            <a:ext cx="512791" cy="26860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661916" y="14973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オリエンタルランド</a:t>
            </a:r>
          </a:p>
        </p:txBody>
      </p:sp>
      <p:pic>
        <p:nvPicPr>
          <p:cNvPr id="22" name="Picture 21" descr="オリンパス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84515" y="2000250"/>
            <a:ext cx="1217949" cy="26860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7200" y="22688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オリンパス</a:t>
            </a:r>
          </a:p>
        </p:txBody>
      </p:sp>
      <p:pic>
        <p:nvPicPr>
          <p:cNvPr id="24" name="Picture 23" descr="キーエンス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69290" y="2000250"/>
            <a:ext cx="1250756" cy="26860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758379" y="22688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キーエンス</a:t>
            </a:r>
          </a:p>
        </p:txBody>
      </p:sp>
      <p:pic>
        <p:nvPicPr>
          <p:cNvPr id="26" name="Picture 25" descr="コマツ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81893" y="2000250"/>
            <a:ext cx="1227908" cy="26860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59558" y="22688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コマツ</a:t>
            </a:r>
          </a:p>
        </p:txBody>
      </p:sp>
      <p:pic>
        <p:nvPicPr>
          <p:cNvPr id="28" name="Picture 27" descr="セコム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049298" y="2000250"/>
            <a:ext cx="695457" cy="26860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360737" y="22688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セコム</a:t>
            </a:r>
          </a:p>
        </p:txBody>
      </p:sp>
      <p:pic>
        <p:nvPicPr>
          <p:cNvPr id="30" name="Picture 29" descr="セブン&amp;アイ・ホールディングス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549641" y="2000250"/>
            <a:ext cx="297129" cy="26860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661916" y="22688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セブン&amp;アイ・ホールディングス</a:t>
            </a:r>
          </a:p>
        </p:txBody>
      </p:sp>
      <p:pic>
        <p:nvPicPr>
          <p:cNvPr id="32" name="Picture 31" descr="ソニーグループ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51548" y="2771775"/>
            <a:ext cx="1283882" cy="268605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57200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ソニーグループ</a:t>
            </a:r>
          </a:p>
        </p:txBody>
      </p:sp>
      <p:pic>
        <p:nvPicPr>
          <p:cNvPr id="34" name="Picture 33" descr="ダイキン工業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237058" y="2771775"/>
            <a:ext cx="1115220" cy="268605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758379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ダイキン工業</a:t>
            </a:r>
          </a:p>
        </p:txBody>
      </p:sp>
      <p:pic>
        <p:nvPicPr>
          <p:cNvPr id="36" name="Picture 35" descr="トヨタ自動車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02517" y="2771775"/>
            <a:ext cx="386661" cy="268605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059558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トヨタ自動車</a:t>
            </a:r>
          </a:p>
        </p:txBody>
      </p:sp>
      <p:pic>
        <p:nvPicPr>
          <p:cNvPr id="38" name="Picture 37" descr="ドコモの銀行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957186" y="2771775"/>
            <a:ext cx="879681" cy="268605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360737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ドコモの銀行</a:t>
            </a:r>
          </a:p>
        </p:txBody>
      </p:sp>
      <p:pic>
        <p:nvPicPr>
          <p:cNvPr id="40" name="Picture 39" descr="パナソニック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959542" y="2771775"/>
            <a:ext cx="1477327" cy="268605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661916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パナソニック</a:t>
            </a:r>
          </a:p>
        </p:txBody>
      </p:sp>
      <p:pic>
        <p:nvPicPr>
          <p:cNvPr id="42" name="Picture 41" descr="ファーストリテイリング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226750" y="3543300"/>
            <a:ext cx="533479" cy="268605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57200" y="38119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ファーストリテイリング</a:t>
            </a:r>
          </a:p>
        </p:txBody>
      </p:sp>
      <p:pic>
        <p:nvPicPr>
          <p:cNvPr id="44" name="Picture 43" descr="ホンダ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956436" y="3543300"/>
            <a:ext cx="1676465" cy="268605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758379" y="38119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ホンダ</a:t>
            </a:r>
          </a:p>
        </p:txBody>
      </p:sp>
      <p:pic>
        <p:nvPicPr>
          <p:cNvPr id="46" name="Picture 45" descr="リクルートホールディングス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634144" y="3543300"/>
            <a:ext cx="923407" cy="268605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059558" y="38119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リクルートホールディングス</a:t>
            </a:r>
          </a:p>
        </p:txBody>
      </p:sp>
      <p:pic>
        <p:nvPicPr>
          <p:cNvPr id="48" name="Picture 47" descr="三井住友銀行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950514" y="3543300"/>
            <a:ext cx="893024" cy="268605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60737" y="38119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三井住友銀行</a:t>
            </a:r>
          </a:p>
        </p:txBody>
      </p:sp>
      <p:pic>
        <p:nvPicPr>
          <p:cNvPr id="50" name="Picture 49" descr="三菱電機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284967" y="3543300"/>
            <a:ext cx="826476" cy="268605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9661916" y="38119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三菱電機</a:t>
            </a:r>
          </a:p>
        </p:txBody>
      </p:sp>
      <p:pic>
        <p:nvPicPr>
          <p:cNvPr id="52" name="Picture 51" descr="任天堂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05809" y="4314825"/>
            <a:ext cx="975360" cy="268605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57200" y="45834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任天堂</a:t>
            </a:r>
          </a:p>
        </p:txBody>
      </p:sp>
      <p:pic>
        <p:nvPicPr>
          <p:cNvPr id="54" name="Picture 53" descr="味の素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966470" y="4314825"/>
            <a:ext cx="1656397" cy="268605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2758379" y="45834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味の素</a:t>
            </a:r>
          </a:p>
        </p:txBody>
      </p:sp>
      <p:pic>
        <p:nvPicPr>
          <p:cNvPr id="56" name="Picture 55" descr="大和ハウス工業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5927517" y="4314825"/>
            <a:ext cx="336660" cy="268605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5059558" y="45834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大和ハウス工業</a:t>
            </a:r>
          </a:p>
        </p:txBody>
      </p:sp>
      <p:pic>
        <p:nvPicPr>
          <p:cNvPr id="58" name="Picture 57" descr="富士通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132044" y="4314825"/>
            <a:ext cx="529964" cy="268605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360737" y="45834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富士通</a:t>
            </a:r>
          </a:p>
        </p:txBody>
      </p:sp>
      <p:pic>
        <p:nvPicPr>
          <p:cNvPr id="60" name="Picture 59" descr="日本郵政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0572193" y="4314825"/>
            <a:ext cx="252024" cy="268605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661916" y="45834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日本郵政</a:t>
            </a:r>
          </a:p>
        </p:txBody>
      </p:sp>
      <p:pic>
        <p:nvPicPr>
          <p:cNvPr id="62" name="Picture 61" descr="日立製作所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790717" y="5086350"/>
            <a:ext cx="1405545" cy="268605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457200" y="53549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日立製作所</a:t>
            </a:r>
          </a:p>
        </p:txBody>
      </p:sp>
      <p:pic>
        <p:nvPicPr>
          <p:cNvPr id="64" name="Picture 63" descr="村田製作所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434971" y="5086350"/>
            <a:ext cx="719394" cy="268605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2758379" y="53549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村田製作所</a:t>
            </a:r>
          </a:p>
        </p:txBody>
      </p:sp>
      <p:pic>
        <p:nvPicPr>
          <p:cNvPr id="66" name="Picture 65" descr="東京ガス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452315" y="5086350"/>
            <a:ext cx="1287065" cy="268605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059558" y="53549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東京ガス</a:t>
            </a:r>
          </a:p>
        </p:txBody>
      </p:sp>
      <p:pic>
        <p:nvPicPr>
          <p:cNvPr id="68" name="Picture 67" descr="楽天グループ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7988229" y="5086350"/>
            <a:ext cx="817595" cy="268605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360737" y="53549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楽天グループ</a:t>
            </a:r>
          </a:p>
        </p:txBody>
      </p:sp>
      <p:pic>
        <p:nvPicPr>
          <p:cNvPr id="70" name="Picture 69" descr="花王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0461409" y="5086350"/>
            <a:ext cx="473593" cy="268605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9661916" y="53549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花王</a:t>
            </a:r>
          </a:p>
        </p:txBody>
      </p:sp>
      <p:pic>
        <p:nvPicPr>
          <p:cNvPr id="72" name="Picture 71" descr="資生堂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822632" y="5857875"/>
            <a:ext cx="1341714" cy="268605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457200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資生堂</a:t>
            </a:r>
          </a:p>
        </p:txBody>
      </p:sp>
      <p:pic>
        <p:nvPicPr>
          <p:cNvPr id="74" name="Picture 73" descr="野村ホールディングス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149008" y="5857875"/>
            <a:ext cx="1291321" cy="268605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2758379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野村ホールディングス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