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457200"/>
            <a:ext cx="1567542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51733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57709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59441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キーエン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600413"/>
            <a:ext cx="2072579" cy="4450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2" name="Picture 11" descr="コマツ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30712"/>
            <a:ext cx="2072579" cy="453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14" name="Picture 13" descr="セブン&amp;アイ・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1840998"/>
            <a:ext cx="2072579" cy="432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6" name="Picture 15" descr="ソニーグループ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1840595"/>
            <a:ext cx="2072579" cy="433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8" name="Picture 17" descr="ダイキン工業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1807806"/>
            <a:ext cx="2072578" cy="4991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0" name="Picture 19" descr="トヨタ自動車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688" y="1691640"/>
            <a:ext cx="1053034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22" name="Picture 21" descr="パナソニック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4" name="Picture 23" descr="ファーストリテイリング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68228" y="2926080"/>
            <a:ext cx="145288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6" name="Picture 25" descr="リクルート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2990399"/>
            <a:ext cx="2072579" cy="6028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28" name="Picture 27" descr="三井住友銀行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2980144"/>
            <a:ext cx="2072579" cy="623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30" name="Picture 29" descr="任天堂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33800" y="2926080"/>
            <a:ext cx="728810" cy="7315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32" name="Picture 31" descr="伊藤忠商事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629" y="4160520"/>
            <a:ext cx="1687721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34" name="Picture 33" descr="信越化学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04311" y="4160520"/>
            <a:ext cx="1380714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36" name="Picture 35" descr="味の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7629" y="4160520"/>
            <a:ext cx="1296437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38" name="Picture 37" descr="富士通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75373" y="4160520"/>
            <a:ext cx="1443307" cy="7315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40" name="Picture 39" descr="日本郵政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2816" y="4160520"/>
            <a:ext cx="1030778" cy="7315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42" name="Picture 41" descr="村田製作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3889" y="5394960"/>
            <a:ext cx="1959201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44" name="Picture 43" descr="東京ガ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40081" y="5394960"/>
            <a:ext cx="1109174" cy="731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46" name="Picture 45" descr="楽天グループ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5420268"/>
            <a:ext cx="2072579" cy="680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48" name="Picture 47" descr="資生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5553260"/>
            <a:ext cx="2072579" cy="414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