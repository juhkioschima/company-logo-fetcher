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Relationship Id="rId52" Type="http://schemas.openxmlformats.org/officeDocument/2006/relationships/image" Target="../media/image51.png"/><Relationship Id="rId53" Type="http://schemas.openxmlformats.org/officeDocument/2006/relationships/image" Target="../media/image52.png"/><Relationship Id="rId54" Type="http://schemas.openxmlformats.org/officeDocument/2006/relationships/image" Target="../media/image53.png"/><Relationship Id="rId55" Type="http://schemas.openxmlformats.org/officeDocument/2006/relationships/image" Target="../media/image54.png"/><Relationship Id="rId56" Type="http://schemas.openxmlformats.org/officeDocument/2006/relationships/image" Target="../media/image55.png"/><Relationship Id="rId57" Type="http://schemas.openxmlformats.org/officeDocument/2006/relationships/image" Target="../media/image56.png"/><Relationship Id="rId58" Type="http://schemas.openxmlformats.org/officeDocument/2006/relationships/image" Target="../media/image57.png"/><Relationship Id="rId59" Type="http://schemas.openxmlformats.org/officeDocument/2006/relationships/image" Target="../media/image58.png"/><Relationship Id="rId60" Type="http://schemas.openxmlformats.org/officeDocument/2006/relationships/image" Target="../media/image59.png"/><Relationship Id="rId61" Type="http://schemas.openxmlformats.org/officeDocument/2006/relationships/image" Target="../media/image60.png"/><Relationship Id="rId62" Type="http://schemas.openxmlformats.org/officeDocument/2006/relationships/image" Target="../media/image61.png"/><Relationship Id="rId6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391" y="457199"/>
            <a:ext cx="-45803" cy="-2813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AWS</a:t>
            </a:r>
          </a:p>
        </p:txBody>
      </p:sp>
      <p:pic>
        <p:nvPicPr>
          <p:cNvPr id="4" name="Picture 3" descr="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022" y="457199"/>
            <a:ext cx="-92708" cy="-281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6" name="Picture 5" descr="Dat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302" y="457199"/>
            <a:ext cx="-48909" cy="-28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Databric</a:t>
            </a:r>
          </a:p>
        </p:txBody>
      </p:sp>
      <p:pic>
        <p:nvPicPr>
          <p:cNvPr id="8" name="Picture 7" descr="Dpr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459" y="457199"/>
            <a:ext cx="-22866" cy="-281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Dprime</a:t>
            </a:r>
          </a:p>
        </p:txBody>
      </p:sp>
      <p:pic>
        <p:nvPicPr>
          <p:cNvPr id="10" name="Picture 9" descr="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34064" y="457199"/>
            <a:ext cx="-71717" cy="-281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42906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12" name="Picture 11" descr="Goog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7259" y="931984"/>
            <a:ext cx="-27539" cy="-281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14" name="Picture 13" descr="Instac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8417" y="931984"/>
            <a:ext cx="-147497" cy="-281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Instacart</a:t>
            </a:r>
          </a:p>
        </p:txBody>
      </p:sp>
      <p:pic>
        <p:nvPicPr>
          <p:cNvPr id="16" name="Picture 15" descr="J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0495" y="931984"/>
            <a:ext cx="-29295" cy="-281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JAL</a:t>
            </a:r>
          </a:p>
        </p:txBody>
      </p:sp>
      <p:pic>
        <p:nvPicPr>
          <p:cNvPr id="18" name="Picture 17" descr="JR東海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5955" y="931984"/>
            <a:ext cx="-37858" cy="-281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JR東海</a:t>
            </a:r>
          </a:p>
        </p:txBody>
      </p:sp>
      <p:pic>
        <p:nvPicPr>
          <p:cNvPr id="20" name="Picture 19" descr="KDD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28350" y="931984"/>
            <a:ext cx="-60290" cy="-281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90384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22" name="Picture 21" descr="KF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36520" y="1406769"/>
            <a:ext cx="-86061" cy="-2813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KFC</a:t>
            </a:r>
          </a:p>
        </p:txBody>
      </p:sp>
      <p:pic>
        <p:nvPicPr>
          <p:cNvPr id="24" name="Picture 23" descr="KIRI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1362" y="1406769"/>
            <a:ext cx="-53388" cy="-281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KIRIN</a:t>
            </a:r>
          </a:p>
        </p:txBody>
      </p:sp>
      <p:pic>
        <p:nvPicPr>
          <p:cNvPr id="26" name="Picture 25" descr="LI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9928" y="1406769"/>
            <a:ext cx="-28162" cy="-281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LINE</a:t>
            </a:r>
          </a:p>
        </p:txBody>
      </p:sp>
      <p:pic>
        <p:nvPicPr>
          <p:cNvPr id="28" name="Picture 27" descr="LayerX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48695" y="1406769"/>
            <a:ext cx="-103338" cy="-2813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LayerX</a:t>
            </a:r>
          </a:p>
        </p:txBody>
      </p:sp>
      <p:pic>
        <p:nvPicPr>
          <p:cNvPr id="30" name="Picture 29" descr="Met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57842" y="1406769"/>
            <a:ext cx="-119274" cy="-281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137863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Meta</a:t>
            </a:r>
          </a:p>
        </p:txBody>
      </p:sp>
      <p:pic>
        <p:nvPicPr>
          <p:cNvPr id="32" name="Picture 31" descr="NE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41189" y="1881553"/>
            <a:ext cx="-95399" cy="-2813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34" name="Picture 33" descr="NTTデータ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53961" y="1881553"/>
            <a:ext cx="-118585" cy="-2813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36" name="Picture 35" descr="OpenAI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10104" y="1881553"/>
            <a:ext cx="-28513" cy="-281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OpenAI</a:t>
            </a:r>
          </a:p>
        </p:txBody>
      </p:sp>
      <p:pic>
        <p:nvPicPr>
          <p:cNvPr id="38" name="Picture 37" descr="PPI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40761" y="1881553"/>
            <a:ext cx="-87470" cy="-2813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PPIH</a:t>
            </a:r>
          </a:p>
        </p:txBody>
      </p:sp>
      <p:pic>
        <p:nvPicPr>
          <p:cNvPr id="40" name="Picture 39" descr="Qwe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12273" y="1881553"/>
            <a:ext cx="-28135" cy="-2813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185341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Qwen</a:t>
            </a:r>
          </a:p>
        </p:txBody>
      </p:sp>
      <p:pic>
        <p:nvPicPr>
          <p:cNvPr id="42" name="Picture 41" descr="Salesforc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513277" y="2356338"/>
            <a:ext cx="-39575" cy="-2813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Salesforce</a:t>
            </a:r>
          </a:p>
        </p:txBody>
      </p:sp>
      <p:pic>
        <p:nvPicPr>
          <p:cNvPr id="44" name="Picture 43" descr="Snowflak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47242" y="2356338"/>
            <a:ext cx="-105148" cy="-2813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Snowflake</a:t>
            </a:r>
          </a:p>
        </p:txBody>
      </p:sp>
      <p:pic>
        <p:nvPicPr>
          <p:cNvPr id="46" name="Picture 45" descr="Softbank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56807" y="2356338"/>
            <a:ext cx="-121920" cy="-2813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Softbank</a:t>
            </a:r>
          </a:p>
        </p:txBody>
      </p:sp>
      <p:pic>
        <p:nvPicPr>
          <p:cNvPr id="48" name="Picture 47" descr="SyncM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5200" y="2356338"/>
            <a:ext cx="-116347" cy="-2813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50" name="Picture 49" descr="ahamo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24104" y="2356338"/>
            <a:ext cx="-51797" cy="-2813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2328203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52" name="Picture 51" descr="dポイント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504415" y="2831122"/>
            <a:ext cx="-21852" cy="-2813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54" name="Picture 53" descr="dマガジン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808782" y="2831122"/>
            <a:ext cx="-28227" cy="-2813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56" name="Picture 55" descr="d払い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140446" y="2831122"/>
            <a:ext cx="-89197" cy="-2813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58" name="Picture 57" descr="ゆうちょ銀行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0442" y="2831122"/>
            <a:ext cx="-146831" cy="-2813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ゆうちょ銀行</a:t>
            </a:r>
          </a:p>
        </p:txBody>
      </p:sp>
      <p:pic>
        <p:nvPicPr>
          <p:cNvPr id="60" name="Picture 59" descr="アサヒグループホールディング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717998" y="2831122"/>
            <a:ext cx="-39585" cy="-2813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280298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62" name="Picture 61" descr="オリエンタルランド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520346" y="3305907"/>
            <a:ext cx="-53713" cy="-2813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64" name="Picture 63" descr="オリンパス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858456" y="3305907"/>
            <a:ext cx="-127575" cy="-2813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66" name="Picture 65" descr="キーエン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161353" y="3305907"/>
            <a:ext cx="-131012" cy="-2813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68" name="Picture 67" descr="コマツ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461335" y="3305907"/>
            <a:ext cx="-128618" cy="-2813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70" name="Picture 69" descr="セコム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734628" y="3305907"/>
            <a:ext cx="-72846" cy="-2813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327777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72" name="Picture 71" descr="セブン&amp;アイ・ホールディング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509051" y="3780692"/>
            <a:ext cx="-31123" cy="-2813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74" name="Picture 73" descr="ソニーグループ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61909" y="3780692"/>
            <a:ext cx="-134481" cy="-2813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76" name="Picture 75" descr="ダイキン工業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154255" y="3780692"/>
            <a:ext cx="-116815" cy="-2813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78" name="Picture 77" descr="トヨタ自動車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417277" y="3780692"/>
            <a:ext cx="-40501" cy="-2813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80" name="Picture 79" descr="ドコモの銀行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744277" y="3780692"/>
            <a:ext cx="-92143" cy="-2813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375255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82" name="Picture 81" descr="ドコモ光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538289" y="4255476"/>
            <a:ext cx="-89600" cy="-28135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84" name="Picture 83" descr="パナソニック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872040" y="4255476"/>
            <a:ext cx="-154744" cy="-28135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86" name="Picture 85" descr="ファーストリテイリング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123787" y="4255476"/>
            <a:ext cx="-55880" cy="-2813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59558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88" name="Picture 87" descr="ホンダ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484828" y="4255476"/>
            <a:ext cx="-175603" cy="-28135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60737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90" name="Picture 89" descr="リクルート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746372" y="4255476"/>
            <a:ext cx="-96333" cy="-2813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661916" y="422734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</a:t>
            </a:r>
          </a:p>
        </p:txBody>
      </p:sp>
      <p:pic>
        <p:nvPicPr>
          <p:cNvPr id="92" name="Picture 91" descr="リクルートホールディングス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541851" y="4730261"/>
            <a:ext cx="-96723" cy="-2813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57200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94" name="Picture 93" descr="三井不動産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835944" y="4730261"/>
            <a:ext cx="-82551" cy="-2813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758379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三井不動産</a:t>
            </a:r>
          </a:p>
        </p:txBody>
      </p:sp>
      <p:pic>
        <p:nvPicPr>
          <p:cNvPr id="96" name="Picture 95" descr="三井住友銀行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142618" y="4730261"/>
            <a:ext cx="-93541" cy="-2813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59558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98" name="Picture 97" descr="三菱電機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440311" y="4730261"/>
            <a:ext cx="-86570" cy="-2813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360737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100" name="Picture 99" descr="任天堂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749288" y="4730261"/>
            <a:ext cx="-102165" cy="-28135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661916" y="4702126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102" name="Picture 101" descr="味の素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580240" y="5205045"/>
            <a:ext cx="-173501" cy="-2813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457200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104" name="Picture 103" descr="大和ハウス工業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812300" y="5205045"/>
            <a:ext cx="-35263" cy="-28135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2758379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106" name="Picture 105" descr="富士通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6123603" y="5205045"/>
            <a:ext cx="-55511" cy="-2813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059558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108" name="Picture 107" descr="日本郵政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410225" y="5205045"/>
            <a:ext cx="-26398" cy="-28135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360737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110" name="Picture 109" descr="日立製作所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771818" y="5205045"/>
            <a:ext cx="-147225" cy="-2813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9661916" y="517691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112" name="Picture 111" descr="東京ガス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1560897" y="5679830"/>
            <a:ext cx="-134815" cy="-2813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457200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114" name="Picture 113" descr="東京海上日動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810088" y="5679830"/>
            <a:ext cx="-30840" cy="-2813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2758379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東京海上日動</a:t>
            </a:r>
          </a:p>
        </p:txBody>
      </p:sp>
      <p:pic>
        <p:nvPicPr>
          <p:cNvPr id="116" name="Picture 115" descr="楽天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6139120" y="5679830"/>
            <a:ext cx="-86546" cy="-28135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059558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</a:t>
            </a:r>
          </a:p>
        </p:txBody>
      </p:sp>
      <p:pic>
        <p:nvPicPr>
          <p:cNvPr id="118" name="Picture 117" descr="楽天グループ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439846" y="5679830"/>
            <a:ext cx="-85640" cy="-2813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7360737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120" name="Picture 119" descr="花王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723009" y="5679830"/>
            <a:ext cx="-49607" cy="-28135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9661916" y="565169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122" name="Picture 121" descr="資生堂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563759" y="6154615"/>
            <a:ext cx="-140539" cy="-28135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457200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124" name="Picture 123" descr="野村ホールディングス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862299" y="6154615"/>
            <a:ext cx="-135261" cy="-28135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2758379" y="6126479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