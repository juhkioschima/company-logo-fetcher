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Relationship Id="rId21" Type="http://schemas.openxmlformats.org/officeDocument/2006/relationships/image" Target="../media/image20.png"/><Relationship Id="rId22" Type="http://schemas.openxmlformats.org/officeDocument/2006/relationships/image" Target="../media/image21.png"/><Relationship Id="rId23" Type="http://schemas.openxmlformats.org/officeDocument/2006/relationships/image" Target="../media/image22.png"/><Relationship Id="rId24" Type="http://schemas.openxmlformats.org/officeDocument/2006/relationships/image" Target="../media/image23.png"/><Relationship Id="rId25" Type="http://schemas.openxmlformats.org/officeDocument/2006/relationships/image" Target="../media/image24.png"/><Relationship Id="rId26" Type="http://schemas.openxmlformats.org/officeDocument/2006/relationships/image" Target="../media/image25.png"/><Relationship Id="rId27" Type="http://schemas.openxmlformats.org/officeDocument/2006/relationships/image" Target="../media/image26.png"/><Relationship Id="rId28" Type="http://schemas.openxmlformats.org/officeDocument/2006/relationships/image" Target="../media/image27.png"/><Relationship Id="rId29" Type="http://schemas.openxmlformats.org/officeDocument/2006/relationships/image" Target="../media/image28.png"/><Relationship Id="rId30" Type="http://schemas.openxmlformats.org/officeDocument/2006/relationships/image" Target="../media/image29.png"/><Relationship Id="rId31" Type="http://schemas.openxmlformats.org/officeDocument/2006/relationships/image" Target="../media/image30.png"/><Relationship Id="rId32" Type="http://schemas.openxmlformats.org/officeDocument/2006/relationships/image" Target="../media/image31.png"/><Relationship Id="rId33" Type="http://schemas.openxmlformats.org/officeDocument/2006/relationships/image" Target="../media/image32.png"/><Relationship Id="rId34" Type="http://schemas.openxmlformats.org/officeDocument/2006/relationships/image" Target="../media/image33.png"/><Relationship Id="rId35" Type="http://schemas.openxmlformats.org/officeDocument/2006/relationships/image" Target="../media/image34.png"/><Relationship Id="rId36" Type="http://schemas.openxmlformats.org/officeDocument/2006/relationships/image" Target="../media/image35.png"/><Relationship Id="rId37" Type="http://schemas.openxmlformats.org/officeDocument/2006/relationships/image" Target="../media/image36.png"/><Relationship Id="rId38" Type="http://schemas.openxmlformats.org/officeDocument/2006/relationships/image" Target="../media/image37.png"/><Relationship Id="rId39" Type="http://schemas.openxmlformats.org/officeDocument/2006/relationships/image" Target="../media/image38.png"/><Relationship Id="rId40" Type="http://schemas.openxmlformats.org/officeDocument/2006/relationships/image" Target="../media/image39.png"/><Relationship Id="rId41" Type="http://schemas.openxmlformats.org/officeDocument/2006/relationships/image" Target="../media/image40.png"/><Relationship Id="rId42" Type="http://schemas.openxmlformats.org/officeDocument/2006/relationships/image" Target="../media/image41.png"/><Relationship Id="rId43" Type="http://schemas.openxmlformats.org/officeDocument/2006/relationships/image" Target="../media/image42.png"/><Relationship Id="rId44" Type="http://schemas.openxmlformats.org/officeDocument/2006/relationships/image" Target="../media/image43.png"/><Relationship Id="rId45" Type="http://schemas.openxmlformats.org/officeDocument/2006/relationships/image" Target="../media/image44.png"/><Relationship Id="rId46" Type="http://schemas.openxmlformats.org/officeDocument/2006/relationships/image" Target="../media/image45.png"/><Relationship Id="rId47" Type="http://schemas.openxmlformats.org/officeDocument/2006/relationships/image" Target="../media/image46.png"/><Relationship Id="rId48" Type="http://schemas.openxmlformats.org/officeDocument/2006/relationships/image" Target="../media/image47.png"/><Relationship Id="rId49" Type="http://schemas.openxmlformats.org/officeDocument/2006/relationships/image" Target="../media/image48.png"/><Relationship Id="rId50" Type="http://schemas.openxmlformats.org/officeDocument/2006/relationships/image" Target="../media/image49.png"/><Relationship Id="rId51" Type="http://schemas.openxmlformats.org/officeDocument/2006/relationships/image" Target="../media/image50.png"/><Relationship Id="rId52" Type="http://schemas.openxmlformats.org/officeDocument/2006/relationships/image" Target="../media/image51.png"/><Relationship Id="rId53" Type="http://schemas.openxmlformats.org/officeDocument/2006/relationships/image" Target="../media/image52.png"/><Relationship Id="rId54" Type="http://schemas.openxmlformats.org/officeDocument/2006/relationships/image" Target="../media/image53.png"/><Relationship Id="rId55" Type="http://schemas.openxmlformats.org/officeDocument/2006/relationships/image" Target="../media/image5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6124" y="457200"/>
            <a:ext cx="94730" cy="5818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515389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AWS</a:t>
            </a:r>
          </a:p>
        </p:txBody>
      </p:sp>
      <p:pic>
        <p:nvPicPr>
          <p:cNvPr id="4" name="Picture 3" descr="Chr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8800" y="457200"/>
            <a:ext cx="191737" cy="5818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58379" y="515389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Chrome</a:t>
            </a:r>
          </a:p>
        </p:txBody>
      </p:sp>
      <p:pic>
        <p:nvPicPr>
          <p:cNvPr id="6" name="Picture 5" descr="Databr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45271" y="457200"/>
            <a:ext cx="101153" cy="5818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59558" y="515389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Databric</a:t>
            </a:r>
          </a:p>
        </p:txBody>
      </p:sp>
      <p:pic>
        <p:nvPicPr>
          <p:cNvPr id="8" name="Picture 7" descr="Dprim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73381" y="457200"/>
            <a:ext cx="47291" cy="5818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60737" y="515389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Dprime</a:t>
            </a:r>
          </a:p>
        </p:txBody>
      </p:sp>
      <p:pic>
        <p:nvPicPr>
          <p:cNvPr id="10" name="Picture 9" descr="Gemin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24043" y="457200"/>
            <a:ext cx="148325" cy="5818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61916" y="515389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Gemini</a:t>
            </a:r>
          </a:p>
        </p:txBody>
      </p:sp>
      <p:pic>
        <p:nvPicPr>
          <p:cNvPr id="12" name="Picture 11" descr="Googl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65011" y="1018309"/>
            <a:ext cx="56956" cy="5818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1076498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Google</a:t>
            </a:r>
          </a:p>
        </p:txBody>
      </p:sp>
      <p:pic>
        <p:nvPicPr>
          <p:cNvPr id="14" name="Picture 13" descr="Instacar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42143" y="1018309"/>
            <a:ext cx="305051" cy="5818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758379" y="1076498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Instacart</a:t>
            </a:r>
          </a:p>
        </p:txBody>
      </p:sp>
      <p:pic>
        <p:nvPicPr>
          <p:cNvPr id="16" name="Picture 15" descr="KDDI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33502" y="1018309"/>
            <a:ext cx="124690" cy="5818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059558" y="1076498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KDDI</a:t>
            </a:r>
          </a:p>
        </p:txBody>
      </p:sp>
      <p:pic>
        <p:nvPicPr>
          <p:cNvPr id="18" name="Picture 17" descr="KFC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308031" y="1018309"/>
            <a:ext cx="177990" cy="58189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360737" y="1076498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KFC</a:t>
            </a:r>
          </a:p>
        </p:txBody>
      </p:sp>
      <p:pic>
        <p:nvPicPr>
          <p:cNvPr id="20" name="Picture 19" descr="LIN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69083" y="1018309"/>
            <a:ext cx="58245" cy="58189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661916" y="1076498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LINE</a:t>
            </a:r>
          </a:p>
        </p:txBody>
      </p:sp>
      <p:pic>
        <p:nvPicPr>
          <p:cNvPr id="22" name="Picture 21" descr="LayerX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386628" y="1579418"/>
            <a:ext cx="213722" cy="58189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57200" y="1637607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LayerX</a:t>
            </a:r>
          </a:p>
        </p:txBody>
      </p:sp>
      <p:pic>
        <p:nvPicPr>
          <p:cNvPr id="24" name="Picture 23" descr="Meta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671328" y="1579418"/>
            <a:ext cx="246681" cy="58189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758379" y="1637607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Meta</a:t>
            </a:r>
          </a:p>
        </p:txBody>
      </p:sp>
      <p:pic>
        <p:nvPicPr>
          <p:cNvPr id="26" name="Picture 25" descr="NEC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997196" y="1579418"/>
            <a:ext cx="197303" cy="58189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059558" y="1637607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NEC</a:t>
            </a:r>
          </a:p>
        </p:txBody>
      </p:sp>
      <p:pic>
        <p:nvPicPr>
          <p:cNvPr id="28" name="Picture 27" descr="NTTデータ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274398" y="1579418"/>
            <a:ext cx="245256" cy="58189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360737" y="1637607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NTTデータ</a:t>
            </a:r>
          </a:p>
        </p:txBody>
      </p:sp>
      <p:pic>
        <p:nvPicPr>
          <p:cNvPr id="30" name="Picture 29" descr="OpenAI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668720" y="1579418"/>
            <a:ext cx="58971" cy="58189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661916" y="1637607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OpenAI</a:t>
            </a:r>
          </a:p>
        </p:txBody>
      </p:sp>
      <p:pic>
        <p:nvPicPr>
          <p:cNvPr id="32" name="Picture 31" descr="Qwen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464395" y="2140527"/>
            <a:ext cx="58189" cy="5818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457200" y="2198716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Qwen</a:t>
            </a:r>
          </a:p>
        </p:txBody>
      </p:sp>
      <p:pic>
        <p:nvPicPr>
          <p:cNvPr id="34" name="Picture 33" descr="Salesforc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753744" y="2140527"/>
            <a:ext cx="81848" cy="58189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758379" y="2198716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Salesforce</a:t>
            </a:r>
          </a:p>
        </p:txBody>
      </p:sp>
      <p:pic>
        <p:nvPicPr>
          <p:cNvPr id="36" name="Picture 35" descr="Snowflak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987115" y="2140527"/>
            <a:ext cx="217465" cy="58189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5059558" y="2198716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Snowflake</a:t>
            </a:r>
          </a:p>
        </p:txBody>
      </p:sp>
      <p:pic>
        <p:nvPicPr>
          <p:cNvPr id="38" name="Picture 37" descr="Softbank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270950" y="2140527"/>
            <a:ext cx="252152" cy="58189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360737" y="2198716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Softbank</a:t>
            </a:r>
          </a:p>
        </p:txBody>
      </p:sp>
      <p:pic>
        <p:nvPicPr>
          <p:cNvPr id="40" name="Picture 39" descr="SyncM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577892" y="2140527"/>
            <a:ext cx="240627" cy="58189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9661916" y="2198716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SyncMe</a:t>
            </a:r>
          </a:p>
        </p:txBody>
      </p:sp>
      <p:pic>
        <p:nvPicPr>
          <p:cNvPr id="42" name="Picture 41" descr="ahamo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439926" y="2701636"/>
            <a:ext cx="107127" cy="58189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57200" y="275982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ahamo</a:t>
            </a:r>
          </a:p>
        </p:txBody>
      </p:sp>
      <p:pic>
        <p:nvPicPr>
          <p:cNvPr id="44" name="Picture 43" descr="dポイント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772071" y="2701636"/>
            <a:ext cx="45195" cy="58189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758379" y="275982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dポイント</a:t>
            </a:r>
          </a:p>
        </p:txBody>
      </p:sp>
      <p:pic>
        <p:nvPicPr>
          <p:cNvPr id="46" name="Picture 45" descr="dマガジン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066658" y="2701636"/>
            <a:ext cx="58378" cy="58189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5059558" y="275982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dマガジン</a:t>
            </a:r>
          </a:p>
        </p:txBody>
      </p:sp>
      <p:pic>
        <p:nvPicPr>
          <p:cNvPr id="48" name="Picture 47" descr="d払い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8304789" y="2701636"/>
            <a:ext cx="184475" cy="58189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7360737" y="275982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d払い</a:t>
            </a:r>
          </a:p>
        </p:txBody>
      </p:sp>
      <p:pic>
        <p:nvPicPr>
          <p:cNvPr id="50" name="Picture 49" descr="アサヒグループホールディングス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0657270" y="2701636"/>
            <a:ext cx="81870" cy="58189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9661916" y="275982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アサヒグループホールディングス</a:t>
            </a:r>
          </a:p>
        </p:txBody>
      </p:sp>
      <p:pic>
        <p:nvPicPr>
          <p:cNvPr id="52" name="Picture 51" descr="オリエンタルランド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437945" y="3262745"/>
            <a:ext cx="111088" cy="58189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457200" y="3320934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オリエンタルランド</a:t>
            </a:r>
          </a:p>
        </p:txBody>
      </p:sp>
      <p:pic>
        <p:nvPicPr>
          <p:cNvPr id="54" name="Picture 53" descr="オリンパス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62744" y="3262745"/>
            <a:ext cx="263849" cy="58189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2758379" y="3320934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オリンパス</a:t>
            </a:r>
          </a:p>
        </p:txBody>
      </p:sp>
      <p:pic>
        <p:nvPicPr>
          <p:cNvPr id="56" name="Picture 55" descr="キーエンス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5960369" y="3262745"/>
            <a:ext cx="270956" cy="58189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5059558" y="3320934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キーエンス</a:t>
            </a:r>
          </a:p>
        </p:txBody>
      </p:sp>
      <p:pic>
        <p:nvPicPr>
          <p:cNvPr id="58" name="Picture 57" descr="コマツ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8264023" y="3262745"/>
            <a:ext cx="266007" cy="58189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7360737" y="3320934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コマツ</a:t>
            </a:r>
          </a:p>
        </p:txBody>
      </p:sp>
      <p:pic>
        <p:nvPicPr>
          <p:cNvPr id="60" name="Picture 59" descr="セコム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10622875" y="3262745"/>
            <a:ext cx="150660" cy="58189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9661916" y="3320934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セコム</a:t>
            </a:r>
          </a:p>
        </p:txBody>
      </p:sp>
      <p:pic>
        <p:nvPicPr>
          <p:cNvPr id="62" name="Picture 61" descr="セブン&amp;アイ・ホールディングス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1461305" y="3823854"/>
            <a:ext cx="64368" cy="58189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457200" y="3882043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セブン&amp;アイ・ホールディングス</a:t>
            </a:r>
          </a:p>
        </p:txBody>
      </p:sp>
      <p:pic>
        <p:nvPicPr>
          <p:cNvPr id="64" name="Picture 63" descr="ソニーグループ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3655602" y="3823854"/>
            <a:ext cx="278133" cy="58189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2758379" y="3882043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ソニーグループ</a:t>
            </a:r>
          </a:p>
        </p:txBody>
      </p:sp>
      <p:pic>
        <p:nvPicPr>
          <p:cNvPr id="66" name="Picture 65" descr="ダイキン工業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975050" y="3823854"/>
            <a:ext cx="241595" cy="58189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5059558" y="3882043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ダイキン工業</a:t>
            </a:r>
          </a:p>
        </p:txBody>
      </p:sp>
      <p:pic>
        <p:nvPicPr>
          <p:cNvPr id="68" name="Picture 67" descr="トヨタ自動車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8355144" y="3823854"/>
            <a:ext cx="83764" cy="58189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7360737" y="3882043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トヨタ自動車</a:t>
            </a:r>
          </a:p>
        </p:txBody>
      </p:sp>
      <p:pic>
        <p:nvPicPr>
          <p:cNvPr id="70" name="Picture 69" descr="ドコモの銀行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10602921" y="3823854"/>
            <a:ext cx="190569" cy="58189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9661916" y="3882043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ドコモの銀行</a:t>
            </a:r>
          </a:p>
        </p:txBody>
      </p:sp>
      <p:pic>
        <p:nvPicPr>
          <p:cNvPr id="72" name="Picture 71" descr="ドコモ光.pn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1400835" y="4384963"/>
            <a:ext cx="185309" cy="58189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457200" y="4443152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ドコモ光</a:t>
            </a:r>
          </a:p>
        </p:txBody>
      </p:sp>
      <p:pic>
        <p:nvPicPr>
          <p:cNvPr id="74" name="Picture 73" descr="パナソニック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3634649" y="4384963"/>
            <a:ext cx="320039" cy="58189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2758379" y="4443152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パナソニック</a:t>
            </a:r>
          </a:p>
        </p:txBody>
      </p:sp>
      <p:pic>
        <p:nvPicPr>
          <p:cNvPr id="76" name="Picture 75" descr="ファーストリテイリング.png"/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6038063" y="4384963"/>
            <a:ext cx="115569" cy="58189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5059558" y="4443152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ファーストリテイリング</a:t>
            </a:r>
          </a:p>
        </p:txBody>
      </p:sp>
      <p:pic>
        <p:nvPicPr>
          <p:cNvPr id="78" name="Picture 77" descr="ホンダ.png"/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8215436" y="4384963"/>
            <a:ext cx="363180" cy="58189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7360737" y="4443152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ホンダ</a:t>
            </a:r>
          </a:p>
        </p:txBody>
      </p:sp>
      <p:pic>
        <p:nvPicPr>
          <p:cNvPr id="80" name="Picture 79" descr="リクルートホールディングス.png"/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10598185" y="4384963"/>
            <a:ext cx="200041" cy="58189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9661916" y="4443152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リクルートホールディングス</a:t>
            </a:r>
          </a:p>
        </p:txBody>
      </p:sp>
      <p:pic>
        <p:nvPicPr>
          <p:cNvPr id="82" name="Picture 81" descr="三井住友銀行.png"/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1396760" y="4946072"/>
            <a:ext cx="193459" cy="58189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457200" y="5004261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三井住友銀行</a:t>
            </a:r>
          </a:p>
        </p:txBody>
      </p:sp>
      <p:pic>
        <p:nvPicPr>
          <p:cNvPr id="84" name="Picture 83" descr="三菱電機.png"/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3705147" y="4946072"/>
            <a:ext cx="179043" cy="58189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2758379" y="5004261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三菱電機</a:t>
            </a:r>
          </a:p>
        </p:txBody>
      </p:sp>
      <p:pic>
        <p:nvPicPr>
          <p:cNvPr id="86" name="Picture 85" descr="任天堂.png"/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5990199" y="4946072"/>
            <a:ext cx="211296" cy="58189"/>
          </a:xfrm>
          <a:prstGeom prst="rect">
            <a:avLst/>
          </a:prstGeom>
        </p:spPr>
      </p:pic>
      <p:sp>
        <p:nvSpPr>
          <p:cNvPr id="87" name="TextBox 86"/>
          <p:cNvSpPr txBox="1"/>
          <p:nvPr/>
        </p:nvSpPr>
        <p:spPr>
          <a:xfrm>
            <a:off x="5059558" y="5004261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任天堂</a:t>
            </a:r>
          </a:p>
        </p:txBody>
      </p:sp>
      <p:pic>
        <p:nvPicPr>
          <p:cNvPr id="88" name="Picture 87" descr="味の素.png"/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8217610" y="4946072"/>
            <a:ext cx="358832" cy="58189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7360737" y="5004261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味の素</a:t>
            </a:r>
          </a:p>
        </p:txBody>
      </p:sp>
      <p:pic>
        <p:nvPicPr>
          <p:cNvPr id="90" name="Picture 89" descr="大和ハウス工業.png"/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10661739" y="4946072"/>
            <a:ext cx="72932" cy="58189"/>
          </a:xfrm>
          <a:prstGeom prst="rect">
            <a:avLst/>
          </a:prstGeom>
        </p:spPr>
      </p:pic>
      <p:sp>
        <p:nvSpPr>
          <p:cNvPr id="91" name="TextBox 90"/>
          <p:cNvSpPr txBox="1"/>
          <p:nvPr/>
        </p:nvSpPr>
        <p:spPr>
          <a:xfrm>
            <a:off x="9661916" y="5004261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大和ハウス工業</a:t>
            </a:r>
          </a:p>
        </p:txBody>
      </p:sp>
      <p:pic>
        <p:nvPicPr>
          <p:cNvPr id="92" name="Picture 91" descr="富士通.png"/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1436085" y="5507181"/>
            <a:ext cx="114808" cy="58189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457200" y="556537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富士通</a:t>
            </a:r>
          </a:p>
        </p:txBody>
      </p:sp>
      <p:pic>
        <p:nvPicPr>
          <p:cNvPr id="94" name="Picture 93" descr="日本郵政.png"/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3767370" y="5507181"/>
            <a:ext cx="54597" cy="58189"/>
          </a:xfrm>
          <a:prstGeom prst="rect">
            <a:avLst/>
          </a:prstGeom>
        </p:spPr>
      </p:pic>
      <p:sp>
        <p:nvSpPr>
          <p:cNvPr id="95" name="TextBox 94"/>
          <p:cNvSpPr txBox="1"/>
          <p:nvPr/>
        </p:nvSpPr>
        <p:spPr>
          <a:xfrm>
            <a:off x="2758379" y="556537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日本郵政</a:t>
            </a:r>
          </a:p>
        </p:txBody>
      </p:sp>
      <p:pic>
        <p:nvPicPr>
          <p:cNvPr id="96" name="Picture 95" descr="日立製作所.png"/>
          <p:cNvPicPr>
            <a:picLocks noChangeAspect="1"/>
          </p:cNvPicPr>
          <p:nvPr/>
        </p:nvPicPr>
        <p:blipFill>
          <a:blip r:embed="rId49"/>
          <a:stretch>
            <a:fillRect/>
          </a:stretch>
        </p:blipFill>
        <p:spPr>
          <a:xfrm>
            <a:off x="5943603" y="5507181"/>
            <a:ext cx="304489" cy="58189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5059558" y="556537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日立製作所</a:t>
            </a:r>
          </a:p>
        </p:txBody>
      </p:sp>
      <p:pic>
        <p:nvPicPr>
          <p:cNvPr id="98" name="Picture 97" descr="東京ガス.png"/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8257615" y="5507181"/>
            <a:ext cx="278822" cy="58189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7360737" y="556537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東京ガス</a:t>
            </a:r>
          </a:p>
        </p:txBody>
      </p:sp>
      <p:pic>
        <p:nvPicPr>
          <p:cNvPr id="100" name="Picture 99" descr="楽天.png"/>
          <p:cNvPicPr>
            <a:picLocks noChangeAspect="1"/>
          </p:cNvPicPr>
          <p:nvPr/>
        </p:nvPicPr>
        <p:blipFill>
          <a:blip r:embed="rId51"/>
          <a:stretch>
            <a:fillRect/>
          </a:stretch>
        </p:blipFill>
        <p:spPr>
          <a:xfrm>
            <a:off x="10608708" y="5507181"/>
            <a:ext cx="178994" cy="58189"/>
          </a:xfrm>
          <a:prstGeom prst="rect">
            <a:avLst/>
          </a:prstGeom>
        </p:spPr>
      </p:pic>
      <p:sp>
        <p:nvSpPr>
          <p:cNvPr id="101" name="TextBox 100"/>
          <p:cNvSpPr txBox="1"/>
          <p:nvPr/>
        </p:nvSpPr>
        <p:spPr>
          <a:xfrm>
            <a:off x="9661916" y="556537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楽天</a:t>
            </a:r>
          </a:p>
        </p:txBody>
      </p:sp>
      <p:pic>
        <p:nvPicPr>
          <p:cNvPr id="102" name="Picture 101" descr="楽天グループ.png"/>
          <p:cNvPicPr>
            <a:picLocks noChangeAspect="1"/>
          </p:cNvPicPr>
          <p:nvPr/>
        </p:nvPicPr>
        <p:blipFill>
          <a:blip r:embed="rId52"/>
          <a:stretch>
            <a:fillRect/>
          </a:stretch>
        </p:blipFill>
        <p:spPr>
          <a:xfrm>
            <a:off x="1404930" y="6068290"/>
            <a:ext cx="177119" cy="58189"/>
          </a:xfrm>
          <a:prstGeom prst="rect">
            <a:avLst/>
          </a:prstGeom>
        </p:spPr>
      </p:pic>
      <p:sp>
        <p:nvSpPr>
          <p:cNvPr id="103" name="TextBox 102"/>
          <p:cNvSpPr txBox="1"/>
          <p:nvPr/>
        </p:nvSpPr>
        <p:spPr>
          <a:xfrm>
            <a:off x="457200" y="6126479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楽天グループ</a:t>
            </a:r>
          </a:p>
        </p:txBody>
      </p:sp>
      <p:pic>
        <p:nvPicPr>
          <p:cNvPr id="104" name="Picture 103" descr="花王.png"/>
          <p:cNvPicPr>
            <a:picLocks noChangeAspect="1"/>
          </p:cNvPicPr>
          <p:nvPr/>
        </p:nvPicPr>
        <p:blipFill>
          <a:blip r:embed="rId53"/>
          <a:stretch>
            <a:fillRect/>
          </a:stretch>
        </p:blipFill>
        <p:spPr>
          <a:xfrm>
            <a:off x="3743370" y="6068290"/>
            <a:ext cx="102596" cy="58189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2758379" y="6126479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花王</a:t>
            </a:r>
          </a:p>
        </p:txBody>
      </p:sp>
      <p:pic>
        <p:nvPicPr>
          <p:cNvPr id="106" name="Picture 105" descr="資生堂.png"/>
          <p:cNvPicPr>
            <a:picLocks noChangeAspect="1"/>
          </p:cNvPicPr>
          <p:nvPr/>
        </p:nvPicPr>
        <p:blipFill>
          <a:blip r:embed="rId54"/>
          <a:stretch>
            <a:fillRect/>
          </a:stretch>
        </p:blipFill>
        <p:spPr>
          <a:xfrm>
            <a:off x="5950517" y="6068290"/>
            <a:ext cx="290661" cy="58189"/>
          </a:xfrm>
          <a:prstGeom prst="rect">
            <a:avLst/>
          </a:prstGeom>
        </p:spPr>
      </p:pic>
      <p:sp>
        <p:nvSpPr>
          <p:cNvPr id="107" name="TextBox 106"/>
          <p:cNvSpPr txBox="1"/>
          <p:nvPr/>
        </p:nvSpPr>
        <p:spPr>
          <a:xfrm>
            <a:off x="5059558" y="6126479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資生堂</a:t>
            </a:r>
          </a:p>
        </p:txBody>
      </p:sp>
      <p:pic>
        <p:nvPicPr>
          <p:cNvPr id="108" name="Picture 107" descr="野村ホールディングス.png"/>
          <p:cNvPicPr>
            <a:picLocks noChangeAspect="1"/>
          </p:cNvPicPr>
          <p:nvPr/>
        </p:nvPicPr>
        <p:blipFill>
          <a:blip r:embed="rId55"/>
          <a:stretch>
            <a:fillRect/>
          </a:stretch>
        </p:blipFill>
        <p:spPr>
          <a:xfrm>
            <a:off x="8257154" y="6068290"/>
            <a:ext cx="279744" cy="58189"/>
          </a:xfrm>
          <a:prstGeom prst="rect">
            <a:avLst/>
          </a:prstGeom>
        </p:spPr>
      </p:pic>
      <p:sp>
        <p:nvSpPr>
          <p:cNvPr id="109" name="TextBox 108"/>
          <p:cNvSpPr txBox="1"/>
          <p:nvPr/>
        </p:nvSpPr>
        <p:spPr>
          <a:xfrm>
            <a:off x="7360737" y="6126479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野村ホールディングス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