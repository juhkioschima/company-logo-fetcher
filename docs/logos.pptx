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462" y="457200"/>
            <a:ext cx="308055" cy="182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40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726" y="457200"/>
            <a:ext cx="391885" cy="182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640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5799" y="457200"/>
            <a:ext cx="620096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640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1624" y="457200"/>
            <a:ext cx="770805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640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0077" y="457200"/>
            <a:ext cx="756257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640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aha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146" y="1143000"/>
            <a:ext cx="336686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325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14" name="Picture 13" descr="dTV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5118" y="1143000"/>
            <a:ext cx="41910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325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dTV</a:t>
            </a:r>
          </a:p>
        </p:txBody>
      </p:sp>
      <p:pic>
        <p:nvPicPr>
          <p:cNvPr id="16" name="Picture 15" descr="dゲーム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6819" y="1143000"/>
            <a:ext cx="498056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325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dゲーム</a:t>
            </a:r>
          </a:p>
        </p:txBody>
      </p:sp>
      <p:pic>
        <p:nvPicPr>
          <p:cNvPr id="18" name="Picture 17" descr="dポイント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6005" y="1143000"/>
            <a:ext cx="142042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325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20" name="Picture 19" descr="dマガジン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6468" y="1143000"/>
            <a:ext cx="183475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325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22" name="Picture 21" descr="d払い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3599" y="1828800"/>
            <a:ext cx="579780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24" name="Picture 23" descr="im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72151" y="1828800"/>
            <a:ext cx="44503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imode</a:t>
            </a:r>
          </a:p>
        </p:txBody>
      </p:sp>
      <p:pic>
        <p:nvPicPr>
          <p:cNvPr id="26" name="Picture 25" descr="アサヒグループ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67194" y="1828800"/>
            <a:ext cx="257307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8" name="Picture 27" descr="オリエンタルランド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2459" y="1828800"/>
            <a:ext cx="34913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30" name="Picture 29" descr="オリンパ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283584" y="1828800"/>
            <a:ext cx="829242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011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32" name="Picture 31" descr="キーエンス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7700" y="2514600"/>
            <a:ext cx="851578" cy="1828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2697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34" name="Picture 33" descr="コマツ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76657" y="2514600"/>
            <a:ext cx="836022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2697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36" name="Picture 35" descr="セコム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59096" y="2514600"/>
            <a:ext cx="473503" cy="1828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2697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8" name="Picture 37" descr="セブン&amp;アイ・ホールディングス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95876" y="2514600"/>
            <a:ext cx="202300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2697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40" name="Picture 39" descr="ソニーグループ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1139" y="2514600"/>
            <a:ext cx="874132" cy="1828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2697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42" name="Picture 41" descr="ダイキン工業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3840" y="3200400"/>
            <a:ext cx="759299" cy="1828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3832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44" name="Picture 43" descr="トヨタ自動車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63039" y="3200400"/>
            <a:ext cx="263258" cy="1828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3832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46" name="Picture 45" descr="ドコモの銀行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96381" y="3200400"/>
            <a:ext cx="598932" cy="1828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3832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8" name="Picture 47" descr="ドコモ光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05825" y="3200400"/>
            <a:ext cx="582402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3832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50" name="Picture 49" descr="パナソニック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195285" y="3200400"/>
            <a:ext cx="100584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3832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52" name="Picture 51" descr="ファーストリテイリング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11879" y="3886200"/>
            <a:ext cx="363220" cy="1828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54" name="Picture 53" descr="ホンダ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223957" y="3886200"/>
            <a:ext cx="1141423" cy="18288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56" name="Picture 55" descr="リクルートホールディングス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781496" y="3886200"/>
            <a:ext cx="628702" cy="1828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58" name="Picture 57" descr="三井住友銀行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093018" y="3886200"/>
            <a:ext cx="608016" cy="18288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60" name="Picture 59" descr="三菱電機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416852" y="3886200"/>
            <a:ext cx="562707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0690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62" name="Picture 61" descr="任天堂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61452" y="4572000"/>
            <a:ext cx="664074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4754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64" name="Picture 63" descr="味の素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230788" y="4572000"/>
            <a:ext cx="1127760" cy="182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4754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66" name="Picture 65" descr="大和ハウス工業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981240" y="4572000"/>
            <a:ext cx="229215" cy="18288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4754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68" name="Picture 67" descr="富士通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16613" y="4572000"/>
            <a:ext cx="360826" cy="18288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4754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70" name="Picture 69" descr="日本郵政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612410" y="4572000"/>
            <a:ext cx="171591" cy="18288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47548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72" name="Picture 71" descr="日立製作所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5006" y="5257800"/>
            <a:ext cx="956966" cy="18288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5440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74" name="Picture 73" descr="東京ガス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56518" y="5257800"/>
            <a:ext cx="876300" cy="18288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5440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76" name="Picture 75" descr="株式会社NTTドコモ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20342" y="5257800"/>
            <a:ext cx="351011" cy="18288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5440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株式会社NTTドコモ</a:t>
            </a:r>
          </a:p>
        </p:txBody>
      </p:sp>
      <p:pic>
        <p:nvPicPr>
          <p:cNvPr id="78" name="Picture 77" descr="楽天グループ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118696" y="5257800"/>
            <a:ext cx="556661" cy="18288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5440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80" name="Picture 79" descr="花王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36982" y="5257800"/>
            <a:ext cx="322446" cy="18288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54406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82" name="Picture 81" descr="資生堂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36736" y="5943600"/>
            <a:ext cx="913507" cy="18288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84" name="Picture 83" descr="野村ホールディングス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355070" y="5943600"/>
            <a:ext cx="879197" cy="18288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