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JR東日本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432" y="457200"/>
            <a:ext cx="638114" cy="37882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JR東日本</a:t>
            </a:r>
          </a:p>
        </p:txBody>
      </p:sp>
      <p:pic>
        <p:nvPicPr>
          <p:cNvPr id="4" name="Picture 3" descr="KDD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8787" y="457200"/>
            <a:ext cx="811763" cy="378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6" name="Picture 5" descr="NE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3605" y="457200"/>
            <a:ext cx="1284485" cy="378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8" name="Picture 7" descr="NTTデータ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692" y="457200"/>
            <a:ext cx="1596668" cy="378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0" name="Picture 9" descr="アサヒグループホールディング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1708" y="457200"/>
            <a:ext cx="532994" cy="3788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836022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12" name="Picture 11" descr="オリエンタルランド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1886" y="1338943"/>
            <a:ext cx="723207" cy="3788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14" name="Picture 13" descr="オリンパ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35811" y="1338943"/>
            <a:ext cx="1717715" cy="37882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6" name="Picture 15" descr="キーエンス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3855" y="1338943"/>
            <a:ext cx="1763984" cy="37882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8" name="Picture 17" descr="コマツ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1146" y="1338943"/>
            <a:ext cx="1731761" cy="37882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20" name="Picture 19" descr="セコム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07791" y="1338943"/>
            <a:ext cx="980828" cy="37882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71776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22" name="Picture 21" descr="セブン&amp;アイ・ホールディングス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449" y="2220686"/>
            <a:ext cx="1814081" cy="37882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24" name="Picture 23" descr="ソニーグループ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89317" y="2220686"/>
            <a:ext cx="1810703" cy="37882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26" name="Picture 25" descr="ダイキン工業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09430" y="2220686"/>
            <a:ext cx="1572834" cy="37882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8" name="Picture 27" descr="トヨタ自動車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24366" y="2220686"/>
            <a:ext cx="545321" cy="37882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30" name="Picture 29" descr="パナソニック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2221681"/>
            <a:ext cx="2072578" cy="3768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599508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32" name="Picture 31" descr="ファーストリテイリング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17297" y="3102429"/>
            <a:ext cx="752384" cy="37882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34" name="Picture 33" descr="ホンダ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758379" y="3125805"/>
            <a:ext cx="2072578" cy="33207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36" name="Picture 35" descr="リクルートホールディングス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444691" y="3102429"/>
            <a:ext cx="1302312" cy="37882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38" name="Picture 37" descr="三井住友銀行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67295" y="3102429"/>
            <a:ext cx="1259463" cy="37882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40" name="Picture 39" descr="三菱電機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15401" y="3102429"/>
            <a:ext cx="1165608" cy="37882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481251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42" name="Picture 41" descr="任天堂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05698" y="3984171"/>
            <a:ext cx="1375583" cy="378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44" name="Picture 43" descr="伊藤忠商事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57669" y="3984171"/>
            <a:ext cx="873998" cy="37882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46" name="Picture 45" descr="信越化学工業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738341" y="3984171"/>
            <a:ext cx="715012" cy="37882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48" name="Picture 47" descr="味の素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4005536"/>
            <a:ext cx="2072579" cy="3360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50" name="Picture 49" descr="大和ハウス工業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60804" y="3984171"/>
            <a:ext cx="474803" cy="37882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4362994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52" name="Picture 51" descr="富士通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119776" y="4865914"/>
            <a:ext cx="747426" cy="37882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54" name="Picture 53" descr="日本郵政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976411" y="4865914"/>
            <a:ext cx="1636514" cy="37882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56" name="Picture 55" descr="日立製作所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104703" y="4865914"/>
            <a:ext cx="1982288" cy="37882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58" name="Picture 57" descr="村田製作所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889733" y="4865914"/>
            <a:ext cx="1014586" cy="37882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60" name="Picture 59" descr="東京ガス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411008" y="4865914"/>
            <a:ext cx="574394" cy="378822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5244737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62" name="Picture 61" descr="楽天グループ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16948" y="5747657"/>
            <a:ext cx="1153083" cy="37882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64" name="Picture 63" descr="花王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460706" y="5747657"/>
            <a:ext cx="667924" cy="37882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66" name="Picture 65" descr="資生堂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149714" y="5747657"/>
            <a:ext cx="1892266" cy="37882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68" name="Picture 67" descr="野村ホールディングス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486429" y="5747657"/>
            <a:ext cx="1821195" cy="37882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