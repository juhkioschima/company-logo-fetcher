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62" y="457200"/>
            <a:ext cx="452455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877" y="457200"/>
            <a:ext cx="575582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464" y="457200"/>
            <a:ext cx="910766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66" y="457200"/>
            <a:ext cx="1132120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Sync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2829" y="457200"/>
            <a:ext cx="1110753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2" name="Picture 11" descr="aha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6235" y="1228725"/>
            <a:ext cx="494508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14" name="Picture 13" descr="dポイント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0356" y="1228725"/>
            <a:ext cx="208625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6" name="Picture 15" descr="dマガジン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61108" y="1228725"/>
            <a:ext cx="269479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18" name="Picture 17" descr="d払い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71250" y="1228725"/>
            <a:ext cx="851552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20" name="Picture 19" descr="アサヒグループホールディングス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09245" y="1228725"/>
            <a:ext cx="377920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2" name="Picture 21" descr="オリエンタルランド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7094" y="2000250"/>
            <a:ext cx="512791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4" name="Picture 23" descr="オリンパ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5694" y="2000250"/>
            <a:ext cx="1217949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6" name="Picture 25" descr="キーエン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70469" y="2000250"/>
            <a:ext cx="1250756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8" name="Picture 27" descr="コマツ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83072" y="2000250"/>
            <a:ext cx="1227908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30" name="Picture 29" descr="セコム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50477" y="2000250"/>
            <a:ext cx="695457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2" name="Picture 31" descr="セブン&amp;アイ・ホールディングス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44925" y="2771775"/>
            <a:ext cx="297129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4" name="Picture 33" descr="ソニーグループ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52727" y="2771775"/>
            <a:ext cx="1283882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6" name="Picture 35" descr="ダイキン工業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38237" y="2771775"/>
            <a:ext cx="1115220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8" name="Picture 37" descr="トヨタ自動車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3696" y="2771775"/>
            <a:ext cx="386661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40" name="Picture 39" descr="ドコモの銀行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58365" y="2771775"/>
            <a:ext cx="879681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2" name="Picture 41" descr="ドコモ光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5788" y="3543300"/>
            <a:ext cx="855403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44" name="Picture 43" descr="パナソニック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056005" y="3543300"/>
            <a:ext cx="1477327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46" name="Picture 45" descr="ファーストリテイリング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829108" y="3543300"/>
            <a:ext cx="533479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8" name="Picture 47" descr="ホンダ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558794" y="3543300"/>
            <a:ext cx="1676465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50" name="Picture 49" descr="リクルートホールディングス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36502" y="3543300"/>
            <a:ext cx="923407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52" name="Picture 51" descr="三井住友銀行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46977" y="4314825"/>
            <a:ext cx="893024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4" name="Picture 53" descr="三菱電機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381430" y="4314825"/>
            <a:ext cx="826476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56" name="Picture 55" descr="任天堂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608167" y="4314825"/>
            <a:ext cx="975360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8" name="Picture 57" descr="味の素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568828" y="4314825"/>
            <a:ext cx="1656397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60" name="Picture 59" descr="大和ハウス工業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529875" y="4314825"/>
            <a:ext cx="336660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62" name="Picture 61" descr="富士通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228507" y="5086350"/>
            <a:ext cx="529964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4" name="Picture 63" descr="日本郵政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668656" y="5086350"/>
            <a:ext cx="252024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66" name="Picture 65" descr="日立製作所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393075" y="5086350"/>
            <a:ext cx="1405545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8" name="Picture 67" descr="東京ガ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753494" y="5086350"/>
            <a:ext cx="1287065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70" name="Picture 69" descr="楽天グループ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289408" y="5086350"/>
            <a:ext cx="817595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2" name="Picture 71" descr="花王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256693" y="5857875"/>
            <a:ext cx="473593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4" name="Picture 73" descr="資生堂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123811" y="5857875"/>
            <a:ext cx="1341714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6" name="Picture 75" descr="野村ホールディングス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450187" y="5857875"/>
            <a:ext cx="1291321" cy="26860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