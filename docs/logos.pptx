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r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952" y="457200"/>
            <a:ext cx="88507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4" name="Picture 3" descr="Gemi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29" y="457200"/>
            <a:ext cx="684679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6" name="Picture 5" descr="Goo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475" y="457200"/>
            <a:ext cx="534745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8" name="Picture 7" descr="KDD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235" y="457200"/>
            <a:ext cx="575582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10" name="Picture 9" descr="N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2822" y="457200"/>
            <a:ext cx="910766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12" name="Picture 11" descr="NTTデータ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429" y="1228725"/>
            <a:ext cx="1132120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4" name="Picture 13" descr="Sync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292" y="1228725"/>
            <a:ext cx="1110753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6" name="Picture 15" descr="aha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8593" y="1228725"/>
            <a:ext cx="494508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8" name="Picture 17" descr="dポイント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92714" y="1228725"/>
            <a:ext cx="208625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20" name="Picture 19" descr="dマガジン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63466" y="1228725"/>
            <a:ext cx="269479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22" name="Picture 21" descr="d払い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713" y="2000250"/>
            <a:ext cx="851552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24" name="Picture 23" descr="アサヒグループホールディング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05708" y="2000250"/>
            <a:ext cx="377920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6" name="Picture 25" descr="オリエンタルランド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9452" y="2000250"/>
            <a:ext cx="512791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8" name="Picture 27" descr="オリンパス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88052" y="2000250"/>
            <a:ext cx="1217949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30" name="Picture 29" descr="キーエン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72827" y="2000250"/>
            <a:ext cx="1250756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32" name="Picture 31" descr="コマツ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535" y="2771775"/>
            <a:ext cx="1227908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34" name="Picture 33" descr="セコム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46940" y="2771775"/>
            <a:ext cx="695457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6" name="Picture 35" descr="セブン&amp;アイ・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7283" y="2771775"/>
            <a:ext cx="297129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8" name="Picture 37" descr="ソニーグループ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55085" y="2771775"/>
            <a:ext cx="1283882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40" name="Picture 39" descr="ダイキン工業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40595" y="2771775"/>
            <a:ext cx="1115220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42" name="Picture 41" descr="トヨタ自動車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00159" y="3543300"/>
            <a:ext cx="386661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44" name="Picture 43" descr="ドコモの銀行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4828" y="3543300"/>
            <a:ext cx="879681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6" name="Picture 45" descr="ドコモ光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68146" y="3543300"/>
            <a:ext cx="855403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48" name="Picture 47" descr="パナソニック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58363" y="3543300"/>
            <a:ext cx="1477327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50" name="Picture 49" descr="ファーストリテイリング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31466" y="3543300"/>
            <a:ext cx="533479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52" name="Picture 51" descr="ホンダ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55257" y="4314825"/>
            <a:ext cx="1676465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54" name="Picture 53" descr="リクルートホールディングス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332965" y="4314825"/>
            <a:ext cx="923407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6" name="Picture 55" descr="三井住友銀行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649335" y="4314825"/>
            <a:ext cx="893024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8" name="Picture 57" descr="三菱電機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83788" y="4314825"/>
            <a:ext cx="826476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60" name="Picture 59" descr="任天堂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210525" y="4314825"/>
            <a:ext cx="975360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62" name="Picture 61" descr="味の素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65291" y="5086350"/>
            <a:ext cx="1656397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64" name="Picture 63" descr="大和ハウス工業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26338" y="5086350"/>
            <a:ext cx="336660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6" name="Picture 65" descr="富士通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30865" y="5086350"/>
            <a:ext cx="529964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8" name="Picture 67" descr="日本郵政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71014" y="5086350"/>
            <a:ext cx="252024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70" name="Picture 69" descr="日立製作所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95433" y="5086350"/>
            <a:ext cx="1405545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72" name="Picture 71" descr="東京ガ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49957" y="5857875"/>
            <a:ext cx="1287065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74" name="Picture 73" descr="楽天グループ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85871" y="5857875"/>
            <a:ext cx="817595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6" name="Picture 75" descr="花王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859051" y="5857875"/>
            <a:ext cx="473593" cy="26860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8" name="Picture 77" descr="資生堂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726169" y="5857875"/>
            <a:ext cx="1341714" cy="26860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80" name="Picture 79" descr="野村ホールディングス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52545" y="5857875"/>
            <a:ext cx="1291321" cy="26860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